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Open plainly: "You asked about one weekend and it turned into a fight about everything. Today is about how to make your case so it gets heard." Say right away that "parents" means whoever is raising you: parents, grandparents, guardians, aunts or uncles, foster parents, older siblings. Use "the adults at home" from here on. Say up front that nobody will be asked to describe their family.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Collect, shuffle, and tally the categories on the board. Read only the category, never anything else written on a card. Most circles split, which is the point: everyone has something that's hard to bring up. If a card says more, read it privately afterward and follow up with a counselor if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Researchers Margaret Kerr and Håkan Stattin studied more than 1,000 14-year-olds in Sweden. What parents knew came mostly from what teens chose to tell them. Rules and checking up mattered less. That's leverage, and it's yours. Be clear: privacy is normal at your age, and you don't owe anyone every detail. The things you do share buy trust. Add location sharing: it works better as a deal you agree on together (when it's on, what it's for, what happens if they see something unexpected). Turning it off without a conversation usually reads as hiding. Pair-share for two minutes: "What's something small you could share that buys trust and still keeps your privacy?" Expect: texting when plans change, saying who's driving, mentioning a friend's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 review of dozens of studies found that the number of conflicts drops across the teen years, while the intensity rises from early to mid-adolescence. If arguments feel bigger lately, that's a common pattern. In a brain study, teens listening to their own mothers criticize them showed more activity in emotional areas and less in areas for self-control and seeing another side. So in a heated moment, a pause is a strategy: "I'm getting heated. Can we pick this up after dinner?" Then come back. Walking off with no plan reads as shutting down. Ask: "What makes a pause hard to 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Walk through the five. Know your ask: "I don't need you to fix this. I just want you to know." Pick your moment: driving, cooking or walking, and not the minute they walk in. Lead with their worry: it shows you've thought past yourself. Checkpoints: "If it goes well, can we talk about midnight next time?" A bridge can help across generations, or between cultures when you grew up somewhere your family didn't. Then name what usually leads to a no: getting louder, "everyone else gets to," and "what they don't know won't hurt." Say: some families expect teens to negotiate. In others, arguing back reads as disrespect, and asks go better through tone, timing or a trusted relative. Neither is wrong. Teens from Mexican, Chinese, Filipino and European backgrounds held different beliefs about parents' authority and had similar levels of conflict and closeness. Every kind of family negotiates.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Talk through as a circle. Tariq: ask when they can talk, then come back with a plan (driver, timing, check-ins). Asking a different adult to go around them, or going anyway and saying he's at a friend's, costs trust. Priya: "We moved to Jordan's to study. I should've told you. I'll text when plans change." "We're studying, relax" or turning off location sharing pushes them into the worry loop. Diego: start with what he needs: "Can you just listen first? I've been really down." Texting first is a fine way in too. Waiting until it gets bad enough to notice is the move to skip. Add: if Diego couldn't bring this to his dad, a counselor is the next adult. Keep the talk on how Diego asks, and follow up privately with any student who says it sounds like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Private, on the card. Nobody shares. Share the student page link (post it on your advisory page too). It has the loops, the moves, a planner, a private check-in, and who to talk to. Close with this, plainly: "If talking at home doesn't feel safe, or arguments end in threats or someone getting hurt, come find me or a counselor. You don't have to figure that out alone." Childhelp answers at 1-800-422-4453 any time, and 911 is for emergencies.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Talking to Your Parents (So They Actually Listen)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what they share builds trust (the trust loop and the worry loop), plan a request with a clear ask, a good moment and an answer to the adults' worry, and know that a counselor is there when talking at home doesn't feel safe. "Parents" means whoever is raising them.</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 for the anonymous tally and the private plan</a:t>
            </a:r>
          </a:p>
          <a:p>
            <a:pPr algn="l">
              <a:spcAft>
                <a:spcPts val="675"/>
              </a:spcAft>
            </a:pPr>
            <a:r>
              <a:rPr sz="1500" b="0" i="0">
                <a:solidFill>
                  <a:srgbClr val="1C1B19"/>
                </a:solidFill>
                <a:latin typeface="Source Serif 4"/>
              </a:rPr>
              <a:t>A board or sheet of paper for the tally</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What's hardest to bring up? (anonymous cards)</a:t>
            </a:r>
          </a:p>
          <a:p>
            <a:pPr algn="l">
              <a:spcAft>
                <a:spcPts val="630"/>
              </a:spcAft>
            </a:pPr>
            <a:r>
              <a:rPr sz="1300" b="1" i="0">
                <a:solidFill>
                  <a:srgbClr val="F47B20"/>
                </a:solidFill>
                <a:latin typeface="Inter Tight"/>
              </a:rPr>
              <a:t>4 min   </a:t>
            </a:r>
            <a:r>
              <a:rPr sz="1400" b="0" i="0">
                <a:solidFill>
                  <a:srgbClr val="1C1B19"/>
                </a:solidFill>
                <a:latin typeface="Source Serif 4"/>
              </a:rPr>
              <a:t>The trust loop and the worry loop (pair-share)</a:t>
            </a:r>
          </a:p>
          <a:p>
            <a:pPr algn="l">
              <a:spcAft>
                <a:spcPts val="630"/>
              </a:spcAft>
            </a:pPr>
            <a:r>
              <a:rPr sz="1300" b="1" i="0">
                <a:solidFill>
                  <a:srgbClr val="F47B20"/>
                </a:solidFill>
                <a:latin typeface="Inter Tight"/>
              </a:rPr>
              <a:t>3 min   </a:t>
            </a:r>
            <a:r>
              <a:rPr sz="1400" b="0" i="0">
                <a:solidFill>
                  <a:srgbClr val="1C1B19"/>
                </a:solidFill>
                <a:latin typeface="Source Serif 4"/>
              </a:rPr>
              <a:t>Fewer fights, bigger feelings</a:t>
            </a:r>
          </a:p>
          <a:p>
            <a:pPr algn="l">
              <a:spcAft>
                <a:spcPts val="630"/>
              </a:spcAft>
            </a:pPr>
            <a:r>
              <a:rPr sz="1300" b="1" i="0">
                <a:solidFill>
                  <a:srgbClr val="F47B20"/>
                </a:solidFill>
                <a:latin typeface="Inter Tight"/>
              </a:rPr>
              <a:t>3 min   </a:t>
            </a:r>
            <a:r>
              <a:rPr sz="1400" b="0" i="0">
                <a:solidFill>
                  <a:srgbClr val="1C1B19"/>
                </a:solidFill>
                <a:latin typeface="Source Serif 4"/>
              </a:rPr>
              <a:t>Clear ask, right moment, a plan for their worry</a:t>
            </a:r>
          </a:p>
          <a:p>
            <a:pPr algn="l">
              <a:spcAft>
                <a:spcPts val="630"/>
              </a:spcAft>
            </a:pPr>
            <a:r>
              <a:rPr sz="1300" b="1" i="0">
                <a:solidFill>
                  <a:srgbClr val="F47B20"/>
                </a:solidFill>
                <a:latin typeface="Inter Tight"/>
              </a:rPr>
              <a:t>5 min   </a:t>
            </a:r>
            <a:r>
              <a:rPr sz="1400" b="0" i="0">
                <a:solidFill>
                  <a:srgbClr val="1C1B19"/>
                </a:solidFill>
                <a:latin typeface="Source Serif 4"/>
              </a:rPr>
              <a:t>Three conversations (scenario talk)</a:t>
            </a:r>
          </a:p>
          <a:p>
            <a:pPr algn="l">
              <a:spcAft>
                <a:spcPts val="630"/>
              </a:spcAft>
            </a:pPr>
            <a:r>
              <a:rPr sz="1300" b="1" i="0">
                <a:solidFill>
                  <a:srgbClr val="F47B20"/>
                </a:solidFill>
                <a:latin typeface="Inter Tight"/>
              </a:rPr>
              <a:t>2 min   </a:t>
            </a:r>
            <a:r>
              <a:rPr sz="1400" b="0" i="0">
                <a:solidFill>
                  <a:srgbClr val="1C1B19"/>
                </a:solidFill>
                <a:latin typeface="Source Serif 4"/>
              </a:rPr>
              <a:t>Plan one conversation (private) and the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anonymous tally (2), the two loops (3), clear ask, right moment, a plan for their worry (3), plan one conversation and the link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every home is safe.</a:t>
            </a:r>
          </a:p>
          <a:p>
            <a:pPr algn="l">
              <a:spcAft>
                <a:spcPts val="585"/>
              </a:spcAft>
            </a:pPr>
            <a:r>
              <a:rPr sz="1300" b="0" i="0">
                <a:solidFill>
                  <a:srgbClr val="1C1B19"/>
                </a:solidFill>
                <a:latin typeface="Source Serif 4"/>
              </a:rPr>
              <a:t>Never ask students to describe fights at home. If a student hints that home isn't safe (threats, someone getting hurt, being afraid to go home), thank them, take it out of the circle, and bring in a counselor that day. Know Beaver's reporting protocol before advisory. Childhelp answers at 1-800-422-4453 any time, and 911 is for emergencies.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"the adults at home."</a:t>
            </a:r>
          </a:p>
          <a:p>
            <a:pPr algn="l">
              <a:spcAft>
                <a:spcPts val="585"/>
              </a:spcAft>
            </a:pPr>
            <a:r>
              <a:rPr sz="1300" b="0" i="0">
                <a:solidFill>
                  <a:srgbClr val="1C1B19"/>
                </a:solidFill>
                <a:latin typeface="Source Serif 4"/>
              </a:rPr>
              <a:t>Students live with one parent, two moms or two dads, grandparents, aunts or uncles, foster parents, older siblings, or between two homes. Some have a parent who is away or has died. Use "the adults at home" or "whoever is raising you," and avoid "your mom and dad."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opening card to categories.</a:t>
            </a:r>
          </a:p>
          <a:p>
            <a:pPr algn="l">
              <a:spcAft>
                <a:spcPts val="585"/>
              </a:spcAft>
            </a:pPr>
            <a:r>
              <a:rPr sz="1300" b="0" i="0">
                <a:solidFill>
                  <a:srgbClr val="1C1B19"/>
                </a:solidFill>
                <a:latin typeface="Source Serif 4"/>
              </a:rPr>
              <a:t>Tally only which kind of conversation is hardest. Don't read anything else aloud. If a card says more, read it privately afterward and follow up with a counselor if it points to something serious.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Privacy is normal. Safety things need an adult.</a:t>
            </a:r>
          </a:p>
          <a:p>
            <a:pPr algn="l">
              <a:spcAft>
                <a:spcPts val="585"/>
              </a:spcAft>
            </a:pPr>
            <a:r>
              <a:rPr sz="1300" b="0" i="0">
                <a:solidFill>
                  <a:srgbClr val="1C1B19"/>
                </a:solidFill>
                <a:latin typeface="Source Serif 4"/>
              </a:rPr>
              <a:t>Don't tell students to share everything. Keeping a journal or a group chat private is normal at their age. You or a friend in danger, someone hurting you, or substances are different: those need an adult in the loop, even if it isn't a parent.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take sides.</a:t>
            </a:r>
          </a:p>
          <a:p>
            <a:pPr algn="l">
              <a:spcAft>
                <a:spcPts val="585"/>
              </a:spcAft>
            </a:pPr>
            <a:r>
              <a:rPr sz="1300" b="0" i="0">
                <a:solidFill>
                  <a:srgbClr val="1C1B19"/>
                </a:solidFill>
                <a:latin typeface="Source Serif 4"/>
              </a:rPr>
              <a:t>The lesson isn't about whether anyone's family rules are fair. Keep it on skills students can use. If a student vents about a specific rule, acknowledge it and bring it back to the plan.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Diego's scenario is about feeling low.</a:t>
            </a:r>
          </a:p>
          <a:p>
            <a:pPr algn="l">
              <a:spcAft>
                <a:spcPts val="585"/>
              </a:spcAft>
            </a:pPr>
            <a:r>
              <a:rPr sz="1300" b="0" i="0">
                <a:solidFill>
                  <a:srgbClr val="1C1B19"/>
                </a:solidFill>
                <a:latin typeface="Source Serif 4"/>
              </a:rPr>
              <a:t>Keep the discussion on how he asks to be heard. If a student says it sounds like them, check in privately afterward and bring in a counselor. Don't ask about mood or safety in the circle.</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structure.</a:t>
            </a:r>
          </a:p>
          <a:p>
            <a:pPr algn="l">
              <a:spcAft>
                <a:spcPts val="585"/>
              </a:spcAft>
            </a:pPr>
            <a:r>
              <a:rPr sz="1300" b="0" i="0">
                <a:solidFill>
                  <a:srgbClr val="1C1B19"/>
                </a:solidFill>
                <a:latin typeface="Source Serif 4"/>
              </a:rPr>
              <a:t>Scenarios include parents, a grandmother and a single dad on purpose. When you talk it through, say "the adults at home." A student who splits time between two homes may be negotiating with two sets of rules at once.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differ in how much teens negotiate.</a:t>
            </a:r>
          </a:p>
          <a:p>
            <a:pPr algn="l">
              <a:spcAft>
                <a:spcPts val="585"/>
              </a:spcAft>
            </a:pPr>
            <a:r>
              <a:rPr sz="1300" b="0" i="0">
                <a:solidFill>
                  <a:srgbClr val="1C1B19"/>
                </a:solidFill>
                <a:latin typeface="Source Serif 4"/>
              </a:rPr>
              <a:t>Some families expect teens to speak up and argue their case. In others, arguing back reads as disrespect, and asks go better through tone, timing, or a trusted relative. Neither is wrong. Ask students what works in their own family, privately. Avoid "In X families" generalizations.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Different countries, different languages.</a:t>
            </a:r>
          </a:p>
          <a:p>
            <a:pPr algn="l">
              <a:spcAft>
                <a:spcPts val="585"/>
              </a:spcAft>
            </a:pPr>
            <a:r>
              <a:rPr sz="1300" b="0" i="0">
                <a:solidFill>
                  <a:srgbClr val="1C1B19"/>
                </a:solidFill>
                <a:latin typeface="Source Serif 4"/>
              </a:rPr>
              <a:t>Some students grew up somewhere their adults didn't, translate for their family, or speak another language at home. "Bring in a bridge" (an aunt, a grandparent, a coach, a counselor, a faith leader) can help across generations and cultures. If a family meeting would help, a counselor can ask about an interpreter.</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who aren't out at home.</a:t>
            </a:r>
          </a:p>
          <a:p>
            <a:pPr algn="l">
              <a:spcAft>
                <a:spcPts val="585"/>
              </a:spcAft>
            </a:pPr>
            <a:r>
              <a:rPr sz="1300" b="0" i="0">
                <a:solidFill>
                  <a:srgbClr val="1C1B19"/>
                </a:solidFill>
                <a:latin typeface="Source Serif 4"/>
              </a:rPr>
              <a:t>The "what they don't know won't hurt" warning is about safety and trust. A student who isn't out at home doesn't owe that conversation to anyone, and needs a safe school adult. The Trevor Project (call 1-866-488-7386 or text START to 678-678) is there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ask is about a party.</a:t>
            </a:r>
          </a:p>
          <a:p>
            <a:pPr algn="l">
              <a:spcAft>
                <a:spcPts val="585"/>
              </a:spcAft>
            </a:pPr>
            <a:r>
              <a:rPr sz="1300" b="0" i="0">
                <a:solidFill>
                  <a:srgbClr val="1C1B19"/>
                </a:solidFill>
                <a:latin typeface="Source Serif 4"/>
              </a:rPr>
              <a:t>Some students are asking about work hours, helping with money, rides, or college costs. Side-by-side moments don't require a car: cooking, walking, or the bus count. Checkpoints like texting when you arrive assume a phone, so offer a call from a friend's phone or a set check-in time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Face to face is hard for some students.</a:t>
            </a:r>
          </a:p>
          <a:p>
            <a:pPr algn="l">
              <a:spcAft>
                <a:spcPts val="585"/>
              </a:spcAft>
            </a:pPr>
            <a:r>
              <a:rPr sz="1300" b="0" i="0">
                <a:solidFill>
                  <a:srgbClr val="1C1B19"/>
                </a:solidFill>
                <a:latin typeface="Source Serif 4"/>
              </a:rPr>
              <a:t>Autistic students, students with ADHD, and students with anxiety may lose their words in a heated talk or find eye contact hard. "Write it if saying it is hard" is a full strategy, and side by side often works better than face to face for everyone.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study of more than 1,000 14-year-olds in Sweden, what parents knew about their teens' lives came mostly from what teens chose to tell them.</a:t>
            </a:r>
          </a:p>
          <a:p>
            <a:pPr algn="l">
              <a:spcAft>
                <a:spcPts val="585"/>
              </a:spcAft>
            </a:pPr>
            <a:r>
              <a:rPr sz="1050" b="0" i="0">
                <a:solidFill>
                  <a:srgbClr val="5D5A54"/>
                </a:solidFill>
                <a:latin typeface="Inter Tight"/>
              </a:rPr>
              <a:t>Kerr and Stattin, Developmental Psychology, 2000</a:t>
            </a:r>
          </a:p>
          <a:p>
            <a:pPr algn="l">
              <a:spcAft>
                <a:spcPts val="585"/>
              </a:spcAft>
            </a:pPr>
            <a:r>
              <a:rPr sz="1300" b="0" i="0">
                <a:solidFill>
                  <a:srgbClr val="1C1B19"/>
                </a:solidFill>
                <a:latin typeface="Source Serif 4"/>
              </a:rPr>
              <a:t>Rules and checking up explained less of what parents knew than teens' own telling, which led researchers to rethink what "parental monitoring" measures.</a:t>
            </a:r>
          </a:p>
          <a:p>
            <a:pPr algn="l">
              <a:spcAft>
                <a:spcPts val="585"/>
              </a:spcAft>
            </a:pPr>
            <a:r>
              <a:rPr sz="1050" b="0" i="0">
                <a:solidFill>
                  <a:srgbClr val="5D5A54"/>
                </a:solidFill>
                <a:latin typeface="Inter Tight"/>
              </a:rPr>
              <a:t>Stattin and Kerr, Child Development, 2000</a:t>
            </a:r>
          </a:p>
          <a:p>
            <a:pPr algn="l">
              <a:spcAft>
                <a:spcPts val="585"/>
              </a:spcAft>
            </a:pPr>
            <a:r>
              <a:rPr sz="1300" b="0" i="0">
                <a:solidFill>
                  <a:srgbClr val="1C1B19"/>
                </a:solidFill>
                <a:latin typeface="Source Serif 4"/>
              </a:rPr>
              <a:t>A review of dozens of studies found that the number of conflicts with parents drops across the teen years, while the emotional intensity of conflict rises from early to mid-adolescence.</a:t>
            </a:r>
          </a:p>
          <a:p>
            <a:pPr algn="l">
              <a:spcAft>
                <a:spcPts val="585"/>
              </a:spcAft>
            </a:pPr>
            <a:r>
              <a:rPr sz="1050" b="0" i="0">
                <a:solidFill>
                  <a:srgbClr val="5D5A54"/>
                </a:solidFill>
                <a:latin typeface="Inter Tight"/>
              </a:rPr>
              <a:t>Laursen, Coy and Collins, Child Development, 1998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Teens listening to recordings of their own mothers criticizing them showed more activity in emotional brain areas and less in areas for self-control and for understanding another person's point of view.</a:t>
            </a:r>
          </a:p>
          <a:p>
            <a:pPr algn="l">
              <a:spcAft>
                <a:spcPts val="585"/>
              </a:spcAft>
            </a:pPr>
            <a:r>
              <a:rPr sz="1050" b="0" i="0">
                <a:solidFill>
                  <a:srgbClr val="5D5A54"/>
                </a:solidFill>
                <a:latin typeface="Inter Tight"/>
              </a:rPr>
              <a:t>Lee, Siegle, Dahl, Hooley and Silk, Social Cognitive and Affective Neuroscience, 2015</a:t>
            </a:r>
          </a:p>
          <a:p>
            <a:pPr algn="l">
              <a:spcAft>
                <a:spcPts val="585"/>
              </a:spcAft>
            </a:pPr>
            <a:r>
              <a:rPr sz="1300" b="0" i="0">
                <a:solidFill>
                  <a:srgbClr val="1C1B19"/>
                </a:solidFill>
                <a:latin typeface="Source Serif 4"/>
              </a:rPr>
              <a:t>Teens from Mexican, Chinese, Filipino and European backgrounds differed in their beliefs about parents' authority.</a:t>
            </a:r>
          </a:p>
          <a:p>
            <a:pPr algn="l">
              <a:spcAft>
                <a:spcPts val="585"/>
              </a:spcAft>
            </a:pPr>
            <a:r>
              <a:rPr sz="1050" b="0" i="0">
                <a:solidFill>
                  <a:srgbClr val="5D5A54"/>
                </a:solidFill>
                <a:latin typeface="Inter Tight"/>
              </a:rPr>
              <a:t>Fuligni, Developmental Psychology, 1998</a:t>
            </a:r>
          </a:p>
          <a:p>
            <a:pPr algn="l">
              <a:spcAft>
                <a:spcPts val="585"/>
              </a:spcAft>
            </a:pPr>
            <a:r>
              <a:rPr sz="1300" b="0" i="0">
                <a:solidFill>
                  <a:srgbClr val="1C1B19"/>
                </a:solidFill>
                <a:latin typeface="Source Serif 4"/>
              </a:rPr>
              <a:t>Those same teens reported similar levels of conflict and closeness with their parents across backgrounds.</a:t>
            </a:r>
          </a:p>
          <a:p>
            <a:pPr algn="l">
              <a:spcAft>
                <a:spcPts val="585"/>
              </a:spcAft>
            </a:pPr>
            <a:r>
              <a:rPr sz="1050" b="0" i="0">
                <a:solidFill>
                  <a:srgbClr val="5D5A54"/>
                </a:solidFill>
                <a:latin typeface="Inter Tight"/>
              </a:rPr>
              <a:t>Fuligni, 1998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TALKING TO YOUR PARENTS (SO THEY ACTUALLY LISTEN)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Talking to Your Parents (So They Actually Listen)</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"Parents" means whoever is raising you.</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ANONYMOUS CARDS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What's hardest to bring up with the adults at home?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one: permission, something serious, school or the future, money, or something else.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FREEDOM RUNS ON INFORMATION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Two loops most families move between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TRUST LOOP</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You tell them some things</a:t>
            </a:r>
          </a:p>
          <a:p>
            <a:pPr algn="l">
              <a:spcAft>
                <a:spcPts val="855"/>
              </a:spcAft>
            </a:pPr>
            <a:r>
              <a:rPr sz="1900" b="0" i="0">
                <a:solidFill>
                  <a:srgbClr val="1C1B19"/>
                </a:solidFill>
                <a:latin typeface="Source Serif 4"/>
              </a:rPr>
              <a:t>They know more</a:t>
            </a:r>
          </a:p>
          <a:p>
            <a:pPr algn="l">
              <a:spcAft>
                <a:spcPts val="855"/>
              </a:spcAft>
            </a:pPr>
            <a:r>
              <a:rPr sz="1900" b="0" i="0">
                <a:solidFill>
                  <a:srgbClr val="1C1B19"/>
                </a:solidFill>
                <a:latin typeface="Source Serif 4"/>
              </a:rPr>
              <a:t>They worry less</a:t>
            </a:r>
          </a:p>
          <a:p>
            <a:pPr algn="l">
              <a:spcAft>
                <a:spcPts val="855"/>
              </a:spcAft>
            </a:pPr>
            <a:r>
              <a:rPr sz="1900" b="0" i="0">
                <a:solidFill>
                  <a:srgbClr val="1C1B19"/>
                </a:solidFill>
                <a:latin typeface="Source Serif 4"/>
              </a:rPr>
              <a:t>You get more room</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WORRY LOOP</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They don't know</a:t>
            </a:r>
          </a:p>
          <a:p>
            <a:pPr algn="l">
              <a:spcAft>
                <a:spcPts val="855"/>
              </a:spcAft>
            </a:pPr>
            <a:r>
              <a:rPr sz="1900" b="0" i="0">
                <a:solidFill>
                  <a:srgbClr val="1C1B19"/>
                </a:solidFill>
                <a:latin typeface="Source Serif 4"/>
              </a:rPr>
              <a:t>They fill in worst cases</a:t>
            </a:r>
          </a:p>
          <a:p>
            <a:pPr algn="l">
              <a:spcAft>
                <a:spcPts val="855"/>
              </a:spcAft>
            </a:pPr>
            <a:r>
              <a:rPr sz="1900" b="0" i="0">
                <a:solidFill>
                  <a:srgbClr val="1C1B19"/>
                </a:solidFill>
                <a:latin typeface="Source Serif 4"/>
              </a:rPr>
              <a:t>Tighter rules</a:t>
            </a:r>
          </a:p>
          <a:p>
            <a:pPr algn="l">
              <a:spcAft>
                <a:spcPts val="855"/>
              </a:spcAft>
            </a:pPr>
            <a:r>
              <a:rPr sz="1900" b="0" i="0">
                <a:solidFill>
                  <a:srgbClr val="1C1B19"/>
                </a:solidFill>
                <a:latin typeface="Source Serif 4"/>
              </a:rPr>
              <a:t>You share even less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WHAT'S GOING ON IN BOTH YOUR HEADS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Fewer fights. Bigger feelings.</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Across the teen years, arguments with parents get less frequent and run hotter.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Clear ask, right moment, a plan for their worry</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Know your ask.</a:t>
            </a:r>
          </a:p>
          <a:p>
            <a:pPr algn="l">
              <a:spcAft>
                <a:spcPts val="945"/>
              </a:spcAft>
            </a:pPr>
            <a:r>
              <a:rPr sz="1600" b="0" i="0">
                <a:solidFill>
                  <a:srgbClr val="5D5A54"/>
                </a:solidFill>
                <a:latin typeface="Source Serif 4"/>
              </a:rPr>
              <a:t>Advice, help, permission, or just listening?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Pick your moment.</a:t>
            </a:r>
          </a:p>
          <a:p>
            <a:pPr algn="l">
              <a:spcAft>
                <a:spcPts val="945"/>
              </a:spcAft>
            </a:pPr>
            <a:r>
              <a:rPr sz="1600" b="0" i="0">
                <a:solidFill>
                  <a:srgbClr val="5D5A54"/>
                </a:solidFill>
                <a:latin typeface="Source Serif 4"/>
              </a:rPr>
              <a:t>Side by side often beats face to face.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Lead with their worry.</a:t>
            </a:r>
          </a:p>
          <a:p>
            <a:pPr algn="l">
              <a:spcAft>
                <a:spcPts val="945"/>
              </a:spcAft>
            </a:pPr>
            <a:r>
              <a:rPr sz="1600" b="0" i="0">
                <a:solidFill>
                  <a:srgbClr val="5D5A54"/>
                </a:solidFill>
                <a:latin typeface="Source Serif 4"/>
              </a:rPr>
              <a:t>"I know you're worried about who's driving."</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Offer checkpoints.</a:t>
            </a:r>
          </a:p>
          <a:p>
            <a:pPr algn="l">
              <a:spcAft>
                <a:spcPts val="945"/>
              </a:spcAft>
            </a:pPr>
            <a:r>
              <a:rPr sz="1600" b="0" i="0">
                <a:solidFill>
                  <a:srgbClr val="5D5A54"/>
                </a:solidFill>
                <a:latin typeface="Source Serif 4"/>
              </a:rPr>
              <a:t>"I'll text when I get there and be home by 11."</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Bring in a bridge.</a:t>
            </a:r>
          </a:p>
          <a:p>
            <a:pPr algn="l">
              <a:spcAft>
                <a:spcPts val="945"/>
              </a:spcAft>
            </a:pPr>
            <a:r>
              <a:rPr sz="1600" b="0" i="0">
                <a:solidFill>
                  <a:srgbClr val="5D5A54"/>
                </a:solidFill>
                <a:latin typeface="Source Serif 4"/>
              </a:rPr>
              <a:t>An aunt, grandparent, coach, counselor, or faith leader.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CONVERSATIONS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move gets you further?</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TARIQ</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Wants to go to a concert two hours away with friends. His parents say no before he finishes.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grandmother, who she lives with, texts: "Why are you at Jordan's? You said the library."</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DIEGO</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felt really low for weeks. He wants to tell his dad, who jumps straight to fixing things.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Plan one conversation.</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you want from it, when you'll say it, and the worry you'll answer first. Write it for yourself.</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https://rmwtoolkit.github.io/bcds-toolkit/talking-to-your-parents-high-school.html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