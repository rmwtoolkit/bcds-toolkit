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Open plainly. Something like: "Today is about the voice that says a 94 is a loss. We're keeping your standards. We're looking at the fear that tags along with them." Say up front that nobody will share grades, scores, or where they're applying.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Read these one at a time and pause for people to stand and sit: You spent way longer on something than it was worth. You rewrote a text or email several times before sending it. You put off starting something because the first try had to be good. A good grade felt more like relief than happiness. You quit something early because you weren't good at it yet. Most of the circle will stand at least once. Say what you see: "That's a lot of us." Then: "Hold on to the one that got you. We'll come back to it." Stick to these items. If someone stays seated the whole time, that's fine, and don't comment on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Researchers split perfectionism into two parts. Strivings are high standards and hard work, and on their own they tend to go with motivation and good outcomes (Stoeber and Otto, 2006). Concerns are the fear side: fear of mistakes, constant doubt, and the sense that people will only accept you if you're flawless. That side is tied most closely to anxiety, low mood, burnout and avoidance. A review of 284 studies linked perfectionism to depression, anxiety and other problems, which is why therapists take it seriously (Limburg et al., 2017). The map comes from Gaudreau and Thompson (2010), and later studies back parts of it, so present it as a map rather than a label for anyone. Ask: "Think about the one that got you on the last slide. Which column was it coming from?" Take a few answers if people want to share, or let it stay private. Land the goal: keep the left column, shrink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Curran and Hill (2019) found all three types of perfectionism rose over those decades. The biggest jump was in socially prescribed perfectionism, the belief that other people demand perfection from you (a type named by Hewitt and Flett in 1991). A 2022 follow-up found students' sense of their parents' expectations and criticism rose too. That's a correlation and doesn't prove parents cause it; the researchers point to more competitive, higher-stakes environments. Add the line from the student page: expectations can be love and weight at once. A grade can carry a family's sacrifices, being the first to go to college, or being one of the only people like you in an advanced class. You can honor where that comes from and still talk about how much you're carrying. Ask, privately: "What does success mean in your family? What does it mean to you?" Nobody answers out loud. Keep this from turning into blaming parents.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Pairs take one card each (or all three if the group is small), then share back. Ask: what's the trap thought, and what would a striving thought sound like? Amara: the trap is "If it isn't great, it'll hurt my chances, so I'll skip it." A striving move: one person reads it, she makes their top two changes, and she submits. Diego: the trap is "I'm not a science person, I should drop down a level." If someone offers "At least it isn't a C," say it's kinder, and it still skips the useful question of what to do next. A striving thought: "Disappointing. What kinds of questions did I miss? Is office hours worth it?" Wen: the trap is staying up rewriting the whole section. A striving move: fix the obvious typos and send one suggestion about the conclusion. Point out the pattern: perfectionism can look like avoiding, quitting, or overdoing. If someone says "but that grade really matters for me," agree that it can, and ask what's in their control from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Private. Students write what they're working on and what it's actually worth (grade weight, real stakes), what "perfect" would cost them in hours, sleep or other things, and their done line: what finished looks like, plus a time limit. Nobody shares. If someone can't think of anything, they can use the next assignment on their calendar. Mention the 90% point: notice when another hour adds almost nothing, and spend it on sleep, friends, or the thing you've been avoiding. Sleep is when the brain locks in what you studied, so rest counts as part of the work. The card goes home with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Invite, don't assign: "If you want to try one this week, pick something small." The point is to predict what will happen, then check what did. Close with the line from the student page: healthy striving says "I want to do well." Perfectionism says "I have to, or I'm not okay." Share the student page link. It has the done line, the other tools, the myths, a private check-in, and when to get more help. Say plainly that if fear of mistakes is getting in the way of sleeping, eating, or enjoying anything, a counselor is a good person to talk to, and can help with family conversations about pressure if a student wants that.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Perfect Is a Trap</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tell high standards apart from the fear of mistakes, set a done line on one real task, and pick a small mistake experiment if they want to try one. Nobody shares grades or scores.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private done line</a:t>
            </a:r>
          </a:p>
          <a:p>
            <a:pPr algn="l">
              <a:spcAft>
                <a:spcPts val="675"/>
              </a:spcAft>
            </a:pPr>
            <a:r>
              <a:rPr sz="1500" b="0" i="0">
                <a:solidFill>
                  <a:srgbClr val="1C1B19"/>
                </a:solidFill>
                <a:latin typeface="Source Serif 4"/>
              </a:rPr>
              <a:t>Open floor space for the stand-up, sit-down opener</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4 min   </a:t>
            </a:r>
            <a:r>
              <a:rPr sz="1400" b="0" i="0">
                <a:solidFill>
                  <a:srgbClr val="1C1B19"/>
                </a:solidFill>
                <a:latin typeface="Source Serif 4"/>
              </a:rPr>
              <a:t>Sound familiar? (stand up, sit down)</a:t>
            </a:r>
          </a:p>
          <a:p>
            <a:pPr algn="l">
              <a:spcAft>
                <a:spcPts val="630"/>
              </a:spcAft>
            </a:pPr>
            <a:r>
              <a:rPr sz="1300" b="1" i="0">
                <a:solidFill>
                  <a:srgbClr val="F47B20"/>
                </a:solidFill>
                <a:latin typeface="Inter Tight"/>
              </a:rPr>
              <a:t>6 min   </a:t>
            </a:r>
            <a:r>
              <a:rPr sz="1400" b="0" i="0">
                <a:solidFill>
                  <a:srgbClr val="1C1B19"/>
                </a:solidFill>
                <a:latin typeface="Source Serif 4"/>
              </a:rPr>
              <a:t>Two parts, and why it's rising</a:t>
            </a:r>
          </a:p>
          <a:p>
            <a:pPr algn="l">
              <a:spcAft>
                <a:spcPts val="630"/>
              </a:spcAft>
            </a:pPr>
            <a:r>
              <a:rPr sz="1300" b="1" i="0">
                <a:solidFill>
                  <a:srgbClr val="F47B20"/>
                </a:solidFill>
                <a:latin typeface="Inter Tight"/>
              </a:rPr>
              <a:t>5 min   </a:t>
            </a:r>
            <a:r>
              <a:rPr sz="1400" b="0" i="0">
                <a:solidFill>
                  <a:srgbClr val="1C1B19"/>
                </a:solidFill>
                <a:latin typeface="Source Serif 4"/>
              </a:rPr>
              <a:t>Which thought is the trap? (pairs)</a:t>
            </a:r>
          </a:p>
          <a:p>
            <a:pPr algn="l">
              <a:spcAft>
                <a:spcPts val="630"/>
              </a:spcAft>
            </a:pPr>
            <a:r>
              <a:rPr sz="1300" b="1" i="0">
                <a:solidFill>
                  <a:srgbClr val="F47B20"/>
                </a:solidFill>
                <a:latin typeface="Inter Tight"/>
              </a:rPr>
              <a:t>3 min   </a:t>
            </a:r>
            <a:r>
              <a:rPr sz="1400" b="0" i="0">
                <a:solidFill>
                  <a:srgbClr val="1C1B19"/>
                </a:solidFill>
                <a:latin typeface="Source Serif 4"/>
              </a:rPr>
              <a:t>Set a done line (private card)</a:t>
            </a:r>
          </a:p>
          <a:p>
            <a:pPr algn="l">
              <a:spcAft>
                <a:spcPts val="630"/>
              </a:spcAft>
            </a:pPr>
            <a:r>
              <a:rPr sz="1300" b="1" i="0">
                <a:solidFill>
                  <a:srgbClr val="F47B20"/>
                </a:solidFill>
                <a:latin typeface="Inter Tight"/>
              </a:rPr>
              <a:t>2 min   </a:t>
            </a:r>
            <a:r>
              <a:rPr sz="1400" b="0" i="0">
                <a:solidFill>
                  <a:srgbClr val="1C1B19"/>
                </a:solidFill>
                <a:latin typeface="Source Serif 4"/>
              </a:rPr>
              <a:t>One mistake experiment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Sound familiar? (2), the two parts (3), set a done line (3), one mistake experiment and the student page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Nobody shares grades or scores.</a:t>
            </a:r>
          </a:p>
          <a:p>
            <a:pPr algn="l">
              <a:spcAft>
                <a:spcPts val="585"/>
              </a:spcAft>
            </a:pPr>
            <a:r>
              <a:rPr sz="1300" b="0" i="0">
                <a:solidFill>
                  <a:srgbClr val="1C1B19"/>
                </a:solidFill>
                <a:latin typeface="Source Serif 4"/>
              </a:rPr>
              <a:t>Keep to the examples on the slides. Don't ask what anyone got, where they're applying, or how they compare. In a small advisory, students already know a lot about each other's classes and results.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stand-up items light.</a:t>
            </a:r>
          </a:p>
          <a:p>
            <a:pPr algn="l">
              <a:spcAft>
                <a:spcPts val="585"/>
              </a:spcAft>
            </a:pPr>
            <a:r>
              <a:rPr sz="1300" b="0" i="0">
                <a:solidFill>
                  <a:srgbClr val="1C1B19"/>
                </a:solidFill>
                <a:latin typeface="Source Serif 4"/>
              </a:rPr>
              <a:t>Use the five in the notes. Staying seated is always fine, and don't comment on who stood. Leave out food, bodies and sleep loss as items, because standing for those can single someone out.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the heavier signs, without screening.</a:t>
            </a:r>
          </a:p>
          <a:p>
            <a:pPr algn="l">
              <a:spcAft>
                <a:spcPts val="585"/>
              </a:spcAft>
            </a:pPr>
            <a:r>
              <a:rPr sz="1300" b="0" i="0">
                <a:solidFill>
                  <a:srgbClr val="1C1B19"/>
                </a:solidFill>
                <a:latin typeface="Source Serif 4"/>
              </a:rPr>
              <a:t>The student page names restricting food, over-exercising, or hurting yourself when things aren't perfect as reasons to get help. Don't ask about these in the circle. If a student says something that worries you, thank them, follow up privately, and connect them with a counselor the same day.</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Don't make it about blaming families.</a:t>
            </a:r>
          </a:p>
          <a:p>
            <a:pPr algn="l">
              <a:spcAft>
                <a:spcPts val="585"/>
              </a:spcAft>
            </a:pPr>
            <a:r>
              <a:rPr sz="1300" b="0" i="0">
                <a:solidFill>
                  <a:srgbClr val="1C1B19"/>
                </a:solidFill>
                <a:latin typeface="Source Serif 4"/>
              </a:rPr>
              <a:t>The 2022 research on parents' expectations is a correlation. Many students feel love and pressure from the same people. Let both be true, and keep the "where does it come from" question private.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everyone in the circle is chasing a 94.</a:t>
            </a:r>
          </a:p>
          <a:p>
            <a:pPr algn="l">
              <a:spcAft>
                <a:spcPts val="585"/>
              </a:spcAft>
            </a:pPr>
            <a:r>
              <a:rPr sz="1300" b="0" i="0">
                <a:solidFill>
                  <a:srgbClr val="1C1B19"/>
                </a:solidFill>
                <a:latin typeface="Source Serif 4"/>
              </a:rPr>
              <a:t>Some students are working hard to pass, and talk about "easing up" can sound like it's meant for other people. The done line and grading the process help with any grade. Keep examples about effort and time rather than high scores.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Model it if you can.</a:t>
            </a:r>
          </a:p>
          <a:p>
            <a:pPr algn="l">
              <a:spcAft>
                <a:spcPts val="585"/>
              </a:spcAft>
            </a:pPr>
            <a:r>
              <a:rPr sz="1300" b="0" i="0">
                <a:solidFill>
                  <a:srgbClr val="1C1B19"/>
                </a:solidFill>
                <a:latin typeface="Source Serif 4"/>
              </a:rPr>
              <a:t>A quick, true example of your own done line, or a mistake that turned out fine, helps more than a lecture. Keep it short and low stakes.</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First to go to college, or carrying a family's sacrifice.</a:t>
            </a:r>
          </a:p>
          <a:p>
            <a:pPr algn="l">
              <a:spcAft>
                <a:spcPts val="585"/>
              </a:spcAft>
            </a:pPr>
            <a:r>
              <a:rPr sz="1300" b="0" i="0">
                <a:solidFill>
                  <a:srgbClr val="1C1B19"/>
                </a:solidFill>
                <a:latin typeface="Source Serif 4"/>
              </a:rPr>
              <a:t>For some students a grade holds a family's move to this country, years of hard work, or being the first to go to college. Honor that. Present "talk about how much you're carrying" as an option, never as pushing back on family.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One of the only people like you in the class.</a:t>
            </a:r>
          </a:p>
          <a:p>
            <a:pPr algn="l">
              <a:spcAft>
                <a:spcPts val="585"/>
              </a:spcAft>
            </a:pPr>
            <a:r>
              <a:rPr sz="1300" b="0" i="0">
                <a:solidFill>
                  <a:srgbClr val="1C1B19"/>
                </a:solidFill>
                <a:latin typeface="Source Serif 4"/>
              </a:rPr>
              <a:t>Students of color, and others who feel watched in advanced classes, may feel a mistake reflects on more than themselves. Name that pressure as real and partly outside their control, and keep the done line about what is in their control.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Expectations come from different adults.</a:t>
            </a:r>
          </a:p>
          <a:p>
            <a:pPr algn="l">
              <a:spcAft>
                <a:spcPts val="585"/>
              </a:spcAft>
            </a:pPr>
            <a:r>
              <a:rPr sz="1300" b="0" i="0">
                <a:solidFill>
                  <a:srgbClr val="1C1B19"/>
                </a:solidFill>
                <a:latin typeface="Source Serif 4"/>
              </a:rPr>
              <a:t>The "have to" voice might belong to a single parent, a grandparent, an older sibling, a coach, or the student. Say "the adults in your life" or "family" rather than "your parents."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Learning differences and attention.</a:t>
            </a:r>
          </a:p>
          <a:p>
            <a:pPr algn="l">
              <a:spcAft>
                <a:spcPts val="585"/>
              </a:spcAft>
            </a:pPr>
            <a:r>
              <a:rPr sz="1300" b="0" i="0">
                <a:solidFill>
                  <a:srgbClr val="1C1B19"/>
                </a:solidFill>
                <a:latin typeface="Source Serif 4"/>
              </a:rPr>
              <a:t>Students with a learning plan, ADHD, or slower processing may already spend longer on everything, so a time limit can feel unfair. Let them define what finished looks like first and set the time second. Avoid calling anyone "so OCD" about their work.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Time and money aren't equal.</a:t>
            </a:r>
          </a:p>
          <a:p>
            <a:pPr algn="l">
              <a:spcAft>
                <a:spcPts val="585"/>
              </a:spcAft>
            </a:pPr>
            <a:r>
              <a:rPr sz="1300" b="0" i="0">
                <a:solidFill>
                  <a:srgbClr val="1C1B19"/>
                </a:solidFill>
                <a:latin typeface="Source Serif 4"/>
              </a:rPr>
              <a:t>Some students work a job, care for siblings, or can't pay for a tutor. Office hours and asking a teacher are free. Don't treat a summer internship or paid program as the standard; Amara's card is one example among many.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Gender expectations.</a:t>
            </a:r>
          </a:p>
          <a:p>
            <a:pPr algn="l">
              <a:spcAft>
                <a:spcPts val="585"/>
              </a:spcAft>
            </a:pPr>
            <a:r>
              <a:rPr sz="1300" b="0" i="0">
                <a:solidFill>
                  <a:srgbClr val="1C1B19"/>
                </a:solidFill>
                <a:latin typeface="Source Serif 4"/>
              </a:rPr>
              <a:t>Some students feel they have to look flawless, and others feel they have to look effortless and never show they tried. Both come from the fear side. Mix genders in your examples and don't treat either as a girls' or boys' problem.</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Researchers split perfectionism into strivings (high standards and hard work) and concerns (fear of mistakes, doubt, and the sense that people only accept you if you're flawless). Later studies support parts of this model, not all of it.</a:t>
            </a:r>
          </a:p>
          <a:p>
            <a:pPr algn="l">
              <a:spcAft>
                <a:spcPts val="585"/>
              </a:spcAft>
            </a:pPr>
            <a:r>
              <a:rPr sz="1050" b="0" i="0">
                <a:solidFill>
                  <a:srgbClr val="5D5A54"/>
                </a:solidFill>
                <a:latin typeface="Inter Tight"/>
              </a:rPr>
              <a:t>Gaudreau and Thompson, Personality and Individual Differences, 2010</a:t>
            </a:r>
          </a:p>
          <a:p>
            <a:pPr algn="l">
              <a:spcAft>
                <a:spcPts val="585"/>
              </a:spcAft>
            </a:pPr>
            <a:r>
              <a:rPr sz="1300" b="0" i="0">
                <a:solidFill>
                  <a:srgbClr val="1C1B19"/>
                </a:solidFill>
                <a:latin typeface="Source Serif 4"/>
              </a:rPr>
              <a:t>On their own, high personal standards tend to go with motivation and good outcomes.</a:t>
            </a:r>
          </a:p>
          <a:p>
            <a:pPr algn="l">
              <a:spcAft>
                <a:spcPts val="585"/>
              </a:spcAft>
            </a:pPr>
            <a:r>
              <a:rPr sz="1050" b="0" i="0">
                <a:solidFill>
                  <a:srgbClr val="5D5A54"/>
                </a:solidFill>
                <a:latin typeface="Inter Tight"/>
              </a:rPr>
              <a:t>Stoeber and Otto, Personality and Social Psychology Review, 2006</a:t>
            </a:r>
          </a:p>
          <a:p>
            <a:pPr algn="l">
              <a:spcAft>
                <a:spcPts val="585"/>
              </a:spcAft>
            </a:pPr>
            <a:r>
              <a:rPr sz="1300" b="0" i="0">
                <a:solidFill>
                  <a:srgbClr val="1C1B19"/>
                </a:solidFill>
                <a:latin typeface="Source Serif 4"/>
              </a:rPr>
              <a:t>Socially prescribed perfectionism, the belief that other people demand perfection from you, is one of three types, along with perfectionism aimed at yourself and at others.</a:t>
            </a:r>
          </a:p>
          <a:p>
            <a:pPr algn="l">
              <a:spcAft>
                <a:spcPts val="585"/>
              </a:spcAft>
            </a:pPr>
            <a:r>
              <a:rPr sz="1050" b="0" i="0">
                <a:solidFill>
                  <a:srgbClr val="5D5A54"/>
                </a:solidFill>
                <a:latin typeface="Inter Tight"/>
              </a:rPr>
              <a:t>Hewitt and Flett, Journal of Personality and Social Psychology, 1991</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Across 41,641 college students in the U.S., Canada and the U.K. from 1989 to 2016, all three types of perfectionism rose. The sense that others demand perfection rose most, by about 33%.</a:t>
            </a:r>
          </a:p>
          <a:p>
            <a:pPr algn="l">
              <a:spcAft>
                <a:spcPts val="585"/>
              </a:spcAft>
            </a:pPr>
            <a:r>
              <a:rPr sz="1050" b="0" i="0">
                <a:solidFill>
                  <a:srgbClr val="5D5A54"/>
                </a:solidFill>
                <a:latin typeface="Inter Tight"/>
              </a:rPr>
              <a:t>Curran and Hill, Psychological Bulletin, 2019</a:t>
            </a:r>
          </a:p>
          <a:p>
            <a:pPr algn="l">
              <a:spcAft>
                <a:spcPts val="585"/>
              </a:spcAft>
            </a:pPr>
            <a:r>
              <a:rPr sz="1300" b="0" i="0">
                <a:solidFill>
                  <a:srgbClr val="1C1B19"/>
                </a:solidFill>
                <a:latin typeface="Source Serif 4"/>
              </a:rPr>
              <a:t>Students' sense of their parents' expectations and criticism also rose over those decades and tracked with perfectionism. It's a correlation; the authors point to more competitive, higher-stakes environments.</a:t>
            </a:r>
          </a:p>
          <a:p>
            <a:pPr algn="l">
              <a:spcAft>
                <a:spcPts val="585"/>
              </a:spcAft>
            </a:pPr>
            <a:r>
              <a:rPr sz="1050" b="0" i="0">
                <a:solidFill>
                  <a:srgbClr val="5D5A54"/>
                </a:solidFill>
                <a:latin typeface="Inter Tight"/>
              </a:rPr>
              <a:t>Curran and Hill, Psychological Bulletin, 2022</a:t>
            </a:r>
          </a:p>
          <a:p>
            <a:pPr algn="l">
              <a:spcAft>
                <a:spcPts val="585"/>
              </a:spcAft>
            </a:pPr>
            <a:r>
              <a:rPr sz="1300" b="0" i="0">
                <a:solidFill>
                  <a:srgbClr val="1C1B19"/>
                </a:solidFill>
                <a:latin typeface="Source Serif 4"/>
              </a:rPr>
              <a:t>A review of 284 studies linked perfectionism to depression, anxiety, OCD, eating disorders and self-harm, which is why therapists treat it as a risk factor across many problems.</a:t>
            </a:r>
          </a:p>
          <a:p>
            <a:pPr algn="l">
              <a:spcAft>
                <a:spcPts val="585"/>
              </a:spcAft>
            </a:pPr>
            <a:r>
              <a:rPr sz="1050" b="0" i="0">
                <a:solidFill>
                  <a:srgbClr val="5D5A54"/>
                </a:solidFill>
                <a:latin typeface="Inter Tight"/>
              </a:rPr>
              <a:t>Limburg, Watson, Hagger and Egan, Journal of Clinical Psychology, 2017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PERFECT IS A TRAP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Perfect Is a Trap</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Keep the high bar. Drop the part that hurts.</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SOUND FAMILIAR?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Stand up if this has happened to you this year.</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Sit back down after each one. Staying seated is always fine.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PARTS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Same standards. Different fuel.</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STRIVINGS: THE STANDARDS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High goals</a:t>
            </a:r>
          </a:p>
          <a:p>
            <a:pPr algn="l">
              <a:spcAft>
                <a:spcPts val="855"/>
              </a:spcAft>
            </a:pPr>
            <a:r>
              <a:rPr sz="1900" b="0" i="0">
                <a:solidFill>
                  <a:srgbClr val="1C1B19"/>
                </a:solidFill>
                <a:latin typeface="Source Serif 4"/>
              </a:rPr>
              <a:t>Working hard toward them</a:t>
            </a:r>
          </a:p>
          <a:p>
            <a:pPr algn="l">
              <a:spcAft>
                <a:spcPts val="855"/>
              </a:spcAft>
            </a:pPr>
            <a:r>
              <a:rPr sz="1900" b="0" i="0">
                <a:solidFill>
                  <a:srgbClr val="1C1B19"/>
                </a:solidFill>
                <a:latin typeface="Source Serif 4"/>
              </a:rPr>
              <a:t>"I want to do well."</a:t>
            </a:r>
          </a:p>
          <a:p>
            <a:pPr algn="l">
              <a:spcAft>
                <a:spcPts val="855"/>
              </a:spcAft>
            </a:pPr>
            <a:r>
              <a:rPr sz="1900" b="0" i="0">
                <a:solidFill>
                  <a:srgbClr val="1C1B19"/>
                </a:solidFill>
                <a:latin typeface="Source Serif 4"/>
              </a:rPr>
              <a:t>Tends to go with motivation</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CONCERNS: THE FEAR</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Fear of mistakes</a:t>
            </a:r>
          </a:p>
          <a:p>
            <a:pPr algn="l">
              <a:spcAft>
                <a:spcPts val="855"/>
              </a:spcAft>
            </a:pPr>
            <a:r>
              <a:rPr sz="1900" b="0" i="0">
                <a:solidFill>
                  <a:srgbClr val="1C1B19"/>
                </a:solidFill>
                <a:latin typeface="Source Serif 4"/>
              </a:rPr>
              <a:t>Doubting it's ever good enough</a:t>
            </a:r>
          </a:p>
          <a:p>
            <a:pPr algn="l">
              <a:spcAft>
                <a:spcPts val="855"/>
              </a:spcAft>
            </a:pPr>
            <a:r>
              <a:rPr sz="1900" b="0" i="0">
                <a:solidFill>
                  <a:srgbClr val="1C1B19"/>
                </a:solidFill>
                <a:latin typeface="Source Serif 4"/>
              </a:rPr>
              <a:t>"They only accept me if I'm flawless."</a:t>
            </a:r>
          </a:p>
          <a:p>
            <a:pPr algn="l">
              <a:spcAft>
                <a:spcPts val="855"/>
              </a:spcAft>
            </a:pPr>
            <a:r>
              <a:rPr sz="1900" b="0" i="0">
                <a:solidFill>
                  <a:srgbClr val="1C1B19"/>
                </a:solidFill>
                <a:latin typeface="Source Serif 4"/>
              </a:rPr>
              <a:t>Tied to anxiety, burnout, avoidance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IT ISN'T ONLY ABOUT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The sense that others demand perfection rose about 33%.</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41,641 college students in the U.S., Canada and the U.K., 1989 to 2016.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WHICH THOUGHT IS THE TRAP?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Three situations. Talk it through in pairs.</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AMARA, JUNIOR</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Applying for a summer internship. She's rewritten the short paragraph about herself nine times, and it's due tonight.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DIEGO, SOPHOMORE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Studied hard for a chemistry test and got a B+. His first thought: "I'm just not a science person."</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WEN, SENIOR</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The night before a group project is due, a partner sends a section with typos and a weak conclusion.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SET A DONE LINE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Pick one thing you can't seem to finish.</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 a card, privately: what it's worth, what perfect would cost, and your done 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Try one mistake experiment, if you want</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Send the email after one read. Turn in the draft without the fifth pass. Predict what will happen, then check.</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https://rmwtoolkit.github.io/bcds-toolkit/perfect-is-a-trap-high-school.html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