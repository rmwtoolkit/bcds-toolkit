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"Your first round of Upper School tests is here or coming. Today is about the moment the page goes white, what's going on in your brain, and what actually helps."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(with the next slide). Read each one; students stand for fact, sit for myth. Don't reveal yet, just notice where the room splits. Answers are on the next slide. Option: let a student read the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one the room split on most. #3 matters most: the answer showing up in the hallway two minutes after you hand the test in is proof it was there all along. On #4, Ramirez and Beilock, 2011: high school students wrote freely about their worries for about ten minutes before a final, and the most anxious students gained the most. You'll try a short version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Draw it as you talk. The amygdala reads the test, the timer or the stakes as a threat in a fraction of a second. Within seconds adrenaline arrives: racing heart, fast breathing, sweaty hands. Over the next several minutes cortisol adds on. Neuroscientist Amy Arnsten's research shows that even mild stress you feel you can't control can quickly weaken the prefrontal cortex, your working memory and reasoning. Stress hormones can also make the hippocampus less reliable at retrieval. And worry itself ("I'm going to fail") runs in the background and uses the working memory you need for the question. The blank makes more worry, so it loops. One more trap: when thinking about the test feels bad, it's tempting to study less, which gives the alarm a better reason to go off. Ask: "Where have you felt this outside of a test?" Expect: tryouts, a presentation, a recital, a hard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Start with a quick tally before you show the sub: "Hands up if the best advice before a test is 'calm down.' Hands up for 'get excited.'" Most rooms pick calm. Then the research. Alison Wood Brooks, 2014: people who said "I am excited" before singing, a speech or a math test felt more excited and performed better. Jeremy Jamieson, 2010: students told that a racing heart can help performance did better on GRE math, and on their real exam months later. Your body's arousal is fuel. The story you tell about it changes what it does. Have the room say it quietly together once: "My body is getting ready." Some will laugh. That's fine.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Practice testing protects memory under stress: in Smith's 2016 study, people who learned with practice tests kept their memory under acute stress, and rereaders lost more. Timed practice in the same format gives the alarm less to react to. Then try it: one minute of breathing together, in for 4 and out for 6. A longer exhale slows the heart. Optional: eyes open is fine, and anyone can just sit quietly. Offer grounding as the other choice: three things you can see, two you can hear, one you can feel, like your feet on the floor. Skipping works because easier questions settle the alarm, and blanked answers often come back on the way. Jot formulas only if the teacher allows it. Debrief means what went well, what you'd change, then stop. Shared language with other lessons: stretch zone (effortful but doable, keep going) vs. shutdown (nothing moving, change something: a smaller step, a worked example, a narrower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One card per group, then report back. Tariq: tell himself "I'm getting ready," mark it, move on, and come back. Staring keeps the alarm going, and trying to calm down completely is a harder goal than ready. Ana: practice out loud in test conditions (timed, with a friend or family member playing the teacher), then write out the worry before the exam. Going over everything she did wrong last time feeds the dread. Mei: set a stop time, sleep, and talk with someone she trusts about the pressure. Telling her to stop caring about her family isn't realistic or respectful. Her care is real; she can carry it and still sleep. There's usually more than one good answer. The best one is the one they'll actually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Private. Give them about four minutes of writing, then one line underneath: "What my body does, described as getting ready." This is a short version of the Ramirez and Beilock method (about ten minutes before a final in the study). Students can fold it, keep it, or tear it up. Tell them to use the full ten minutes before their next big test. Students without a test coming can write about any performance: a game, a tryout, a presentation. If a student seems upset afterward, check in quietly. If what they wrote sounds bigger than test nerves, connect them with a counselor that 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Collect anonymously, or let students keep it as a reminder. Before they go, name when to ask for more help: anxiety hurting scores even when they know the material; feeling sick, panicky or unable to sleep before most tests; avoiding school on test days; worry about school spreading into the rest of life. A counselor can help, anxiety responds well to treatment, and some students qualify for accommodations like extended time through a learning plan. Share the BVR Diner link on the slide (post it on your class page too). It has the test-day plan, the breathing circle, the worry write, a private check-in and who to talk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Your Mind Goes Blank</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what happens in a test-day blank (the alarm crowds out working memory, and the knowledge is still stored), try two moves that work in the moment (relabel the feeling, breathe out longer than in), and plan for their next big test. The aim is ready, not calm. Nobody should leave thinking anxiety means they're bad at tests.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exit card</a:t>
            </a:r>
          </a:p>
          <a:p>
            <a:pPr algn="l">
              <a:spcAft>
                <a:spcPts val="675"/>
              </a:spcAft>
            </a:pPr>
            <a:r>
              <a:rPr sz="1500" b="0" i="0">
                <a:solidFill>
                  <a:srgbClr val="1C1B19"/>
                </a:solidFill>
                <a:latin typeface="Source Serif 4"/>
              </a:rPr>
              <a:t>Lined paper for the worry write, one sheet per student</a:t>
            </a:r>
          </a:p>
          <a:p>
            <a:pPr algn="l">
              <a:spcAft>
                <a:spcPts val="675"/>
              </a:spcAft>
            </a:pPr>
            <a:r>
              <a:rPr sz="1500" b="0" i="0">
                <a:solidFill>
                  <a:srgbClr val="1C1B19"/>
                </a:solidFill>
                <a:latin typeface="Source Serif 4"/>
              </a:rPr>
              <a:t>The BVR Diner page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What happens in the blank</a:t>
            </a:r>
          </a:p>
          <a:p>
            <a:pPr algn="l">
              <a:spcAft>
                <a:spcPts val="630"/>
              </a:spcAft>
            </a:pPr>
            <a:r>
              <a:rPr sz="1300" b="1" i="0">
                <a:solidFill>
                  <a:srgbClr val="F47B20"/>
                </a:solidFill>
                <a:latin typeface="Inter Tight"/>
              </a:rPr>
              <a:t>7 min   </a:t>
            </a:r>
            <a:r>
              <a:rPr sz="1400" b="0" i="0">
                <a:solidFill>
                  <a:srgbClr val="1C1B19"/>
                </a:solidFill>
                <a:latin typeface="Source Serif 4"/>
              </a:rPr>
              <a:t>Ready, not calm (quick tally)</a:t>
            </a:r>
          </a:p>
          <a:p>
            <a:pPr algn="l">
              <a:spcAft>
                <a:spcPts val="630"/>
              </a:spcAft>
            </a:pPr>
            <a:r>
              <a:rPr sz="1300" b="1" i="0">
                <a:solidFill>
                  <a:srgbClr val="F47B20"/>
                </a:solidFill>
                <a:latin typeface="Inter Tight"/>
              </a:rPr>
              <a:t>7 min   </a:t>
            </a:r>
            <a:r>
              <a:rPr sz="1400" b="0" i="0">
                <a:solidFill>
                  <a:srgbClr val="1C1B19"/>
                </a:solidFill>
                <a:latin typeface="Source Serif 4"/>
              </a:rPr>
              <a:t>Before and during, with one minute of breathing</a:t>
            </a:r>
          </a:p>
          <a:p>
            <a:pPr algn="l">
              <a:spcAft>
                <a:spcPts val="630"/>
              </a:spcAft>
            </a:pPr>
            <a:r>
              <a:rPr sz="1300" b="1" i="0">
                <a:solidFill>
                  <a:srgbClr val="F47B20"/>
                </a:solidFill>
                <a:latin typeface="Inter Tight"/>
              </a:rPr>
              <a:t>8 min   </a:t>
            </a:r>
            <a:r>
              <a:rPr sz="1400" b="0" i="0">
                <a:solidFill>
                  <a:srgbClr val="1C1B19"/>
                </a:solidFill>
                <a:latin typeface="Source Serif 4"/>
              </a:rPr>
              <a:t>Three test moments (small groups)</a:t>
            </a:r>
          </a:p>
          <a:p>
            <a:pPr algn="l">
              <a:spcAft>
                <a:spcPts val="630"/>
              </a:spcAft>
            </a:pPr>
            <a:r>
              <a:rPr sz="1300" b="1" i="0">
                <a:solidFill>
                  <a:srgbClr val="F47B20"/>
                </a:solidFill>
                <a:latin typeface="Inter Tight"/>
              </a:rPr>
              <a:t>6 min   </a:t>
            </a:r>
            <a:r>
              <a:rPr sz="1400" b="0" i="0">
                <a:solidFill>
                  <a:srgbClr val="1C1B19"/>
                </a:solidFill>
                <a:latin typeface="Source Serif 4"/>
              </a:rPr>
              <a:t>The worry write (private)</a:t>
            </a:r>
          </a:p>
          <a:p>
            <a:pPr algn="l">
              <a:spcAft>
                <a:spcPts val="630"/>
              </a:spcAft>
            </a:pPr>
            <a:r>
              <a:rPr sz="1300" b="1" i="0">
                <a:solidFill>
                  <a:srgbClr val="F47B20"/>
                </a:solidFill>
                <a:latin typeface="Inter Tight"/>
              </a:rPr>
              <a:t>4 min   </a:t>
            </a:r>
            <a:r>
              <a:rPr sz="1400" b="0" i="0">
                <a:solidFill>
                  <a:srgbClr val="1C1B19"/>
                </a:solidFill>
                <a:latin typeface="Source Serif 4"/>
              </a:rPr>
              <a:t>Exit card and the BVR Diner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(4), what happens in the blank (5), ready not calm with the breathing minute (7), exit card and link (4). Share the BVR Diner link so students get the worry write and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Some students dread every test.</a:t>
            </a:r>
          </a:p>
          <a:p>
            <a:pPr algn="l">
              <a:spcAft>
                <a:spcPts val="585"/>
              </a:spcAft>
            </a:pPr>
            <a:r>
              <a:rPr sz="1300" b="0" i="0">
                <a:solidFill>
                  <a:srgbClr val="1C1B19"/>
                </a:solidFill>
                <a:latin typeface="Source Serif 4"/>
              </a:rPr>
              <a:t>For a few students this lesson is about something they feel every week. Keep the tone ordinary and practical. Never ask who gets anxious, who has blanked, or what anyone scored.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Make the breathing optional.</a:t>
            </a:r>
          </a:p>
          <a:p>
            <a:pPr algn="l">
              <a:spcAft>
                <a:spcPts val="585"/>
              </a:spcAft>
            </a:pPr>
            <a:r>
              <a:rPr sz="1300" b="0" i="0">
                <a:solidFill>
                  <a:srgbClr val="1C1B19"/>
                </a:solidFill>
                <a:latin typeface="Source Serif 4"/>
              </a:rPr>
              <a:t>Some students feel more uneasy when they focus on their breath. Eyes can stay open. Anyone can just sit quietly or look at the clock. Grounding (three things you see, two you hear, one you feel) is the other choice.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what panic looks like.</a:t>
            </a:r>
          </a:p>
          <a:p>
            <a:pPr algn="l">
              <a:spcAft>
                <a:spcPts val="585"/>
              </a:spcAft>
            </a:pPr>
            <a:r>
              <a:rPr sz="1300" b="0" i="0">
                <a:solidFill>
                  <a:srgbClr val="1C1B19"/>
                </a:solidFill>
                <a:latin typeface="Source Serif 4"/>
              </a:rPr>
              <a:t>If a student feels sick, panicky or can't settle, let them step out with a pass to the nurse or a counselor. Before class, know who's free that period.</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honest about the size of it.</a:t>
            </a:r>
          </a:p>
          <a:p>
            <a:pPr algn="l">
              <a:spcAft>
                <a:spcPts val="585"/>
              </a:spcAft>
            </a:pPr>
            <a:r>
              <a:rPr sz="1300" b="0" i="0">
                <a:solidFill>
                  <a:srgbClr val="1C1B19"/>
                </a:solidFill>
                <a:latin typeface="Source Serif 4"/>
              </a:rPr>
              <a:t>Test anxiety is linked to lower scores, and the effect is small to moderate. Several of these studies were with adults or college students. Anxiety is one factor in a score, never a verdict.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Point to accommodations.</a:t>
            </a:r>
          </a:p>
          <a:p>
            <a:pPr algn="l">
              <a:spcAft>
                <a:spcPts val="585"/>
              </a:spcAft>
            </a:pPr>
            <a:r>
              <a:rPr sz="1300" b="0" i="0">
                <a:solidFill>
                  <a:srgbClr val="1C1B19"/>
                </a:solidFill>
                <a:latin typeface="Source Serif 4"/>
              </a:rPr>
              <a:t>Students who feel sick before most tests, avoid school on test days, or score low even when they know the material should talk to a counselor. Some qualify for extended time or a separate room through a learning plan, and the College Board and ACT review requests through the school.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pressure is close to the surface.</a:t>
            </a:r>
          </a:p>
          <a:p>
            <a:pPr algn="l">
              <a:spcAft>
                <a:spcPts val="585"/>
              </a:spcAft>
            </a:pPr>
            <a:r>
              <a:rPr sz="1300" b="0" i="0">
                <a:solidFill>
                  <a:srgbClr val="1C1B19"/>
                </a:solidFill>
                <a:latin typeface="Source Serif 4"/>
              </a:rPr>
              <a:t>Mei's scenario is about a family's sacrifice. Some students feel exactly that. Respect the family and the student's love for them, and keep any reflection on it private. If home pressure sounds frightening, that's a counselor conversation that day.</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Stakes that belong to the whole family.</a:t>
            </a:r>
          </a:p>
          <a:p>
            <a:pPr algn="l">
              <a:spcAft>
                <a:spcPts val="585"/>
              </a:spcAft>
            </a:pPr>
            <a:r>
              <a:rPr sz="1300" b="0" i="0">
                <a:solidFill>
                  <a:srgbClr val="1C1B19"/>
                </a:solidFill>
                <a:latin typeface="Source Serif 4"/>
              </a:rPr>
              <a:t>For some students, a score feels like it belongs to parents who sacrificed, or to being the first in the family to take a big test. That can motivate and weigh at once. Don't tell students to stop caring. Help them name it, privately, and talk to someone they trust.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 and neurodivergence.</a:t>
            </a:r>
          </a:p>
          <a:p>
            <a:pPr algn="l">
              <a:spcAft>
                <a:spcPts val="585"/>
              </a:spcAft>
            </a:pPr>
            <a:r>
              <a:rPr sz="1300" b="0" i="0">
                <a:solidFill>
                  <a:srgbClr val="1C1B19"/>
                </a:solidFill>
                <a:latin typeface="Source Serif 4"/>
              </a:rPr>
              <a:t>Students with ADHD, anxiety disorders, learning differences or slower processing may already have accommodations or need them. Mention learning plans as a normal, available support. The worry write can be typed, spoken or drawn as a list.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Testing in a second language.</a:t>
            </a:r>
          </a:p>
          <a:p>
            <a:pPr algn="l">
              <a:spcAft>
                <a:spcPts val="585"/>
              </a:spcAft>
            </a:pPr>
            <a:r>
              <a:rPr sz="1300" b="0" i="0">
                <a:solidFill>
                  <a:srgbClr val="1C1B19"/>
                </a:solidFill>
                <a:latin typeface="Source Serif 4"/>
              </a:rPr>
              <a:t>A student learning English is doing extra work on every question, and stress takes up the same working memory. The worry write works in any language. Ask the student's teacher or counselor about language supports on tests.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Prep costs money. These moves don't.</a:t>
            </a:r>
          </a:p>
          <a:p>
            <a:pPr algn="l">
              <a:spcAft>
                <a:spcPts val="585"/>
              </a:spcAft>
            </a:pPr>
            <a:r>
              <a:rPr sz="1300" b="0" i="0">
                <a:solidFill>
                  <a:srgbClr val="1C1B19"/>
                </a:solidFill>
                <a:latin typeface="Source Serif 4"/>
              </a:rPr>
              <a:t>Some classmates have paid tutors or prep courses. Everything in this lesson is free: practice testing with old quizzes, timed practice at home, sleep, the long exhale, the worry write.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and what grounds a student.</a:t>
            </a:r>
          </a:p>
          <a:p>
            <a:pPr algn="l">
              <a:spcAft>
                <a:spcPts val="585"/>
              </a:spcAft>
            </a:pPr>
            <a:r>
              <a:rPr sz="1300" b="0" i="0">
                <a:solidFill>
                  <a:srgbClr val="1C1B19"/>
                </a:solidFill>
                <a:latin typeface="Source Serif 4"/>
              </a:rPr>
              <a:t>"I'm getting ready" can sit beside a prayer, a phrase from home, or whatever grounds a student. Fasting or religious holidays during exam weeks can affect sleep and energy; a student can plan practice around them and talk with a teacher early.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the trusted person is.</a:t>
            </a:r>
          </a:p>
          <a:p>
            <a:pPr algn="l">
              <a:spcAft>
                <a:spcPts val="585"/>
              </a:spcAft>
            </a:pPr>
            <a:r>
              <a:rPr sz="1300" b="0" i="0">
                <a:solidFill>
                  <a:srgbClr val="1C1B19"/>
                </a:solidFill>
                <a:latin typeface="Source Serif 4"/>
              </a:rPr>
              <a:t>"Talk with someone you trust" might be a grandparent, an older sibling, a coach, a foster parent, or a friend. Don't assume two parents or a parent at home in any scenario.</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Even mild stress you feel you can't control can quickly weaken the prefrontal cortex, where working memory and reasoning happen.</a:t>
            </a:r>
          </a:p>
          <a:p>
            <a:pPr algn="l">
              <a:spcAft>
                <a:spcPts val="585"/>
              </a:spcAft>
            </a:pPr>
            <a:r>
              <a:rPr sz="1050" b="0" i="0">
                <a:solidFill>
                  <a:srgbClr val="5D5A54"/>
                </a:solidFill>
                <a:latin typeface="Inter Tight"/>
              </a:rPr>
              <a:t>Arnsten, Nature Reviews Neuroscience, 2009</a:t>
            </a:r>
          </a:p>
          <a:p>
            <a:pPr algn="l">
              <a:spcAft>
                <a:spcPts val="585"/>
              </a:spcAft>
            </a:pPr>
            <a:r>
              <a:rPr sz="1300" b="0" i="0">
                <a:solidFill>
                  <a:srgbClr val="1C1B19"/>
                </a:solidFill>
                <a:latin typeface="Source Serif 4"/>
              </a:rPr>
              <a:t>A review of 238 studies linked test anxiety to lower scores, with some of the strongest links on entrance exams and state tests in high school. The effects are small to moderate.</a:t>
            </a:r>
          </a:p>
          <a:p>
            <a:pPr algn="l">
              <a:spcAft>
                <a:spcPts val="585"/>
              </a:spcAft>
            </a:pPr>
            <a:r>
              <a:rPr sz="1050" b="0" i="0">
                <a:solidFill>
                  <a:srgbClr val="5D5A54"/>
                </a:solidFill>
                <a:latin typeface="Inter Tight"/>
              </a:rPr>
              <a:t>von der Embse et al., Journal of Affective Disorders, 2018</a:t>
            </a:r>
          </a:p>
          <a:p>
            <a:pPr algn="l">
              <a:spcAft>
                <a:spcPts val="585"/>
              </a:spcAft>
            </a:pPr>
            <a:r>
              <a:rPr sz="1300" b="0" i="0">
                <a:solidFill>
                  <a:srgbClr val="1C1B19"/>
                </a:solidFill>
                <a:latin typeface="Source Serif 4"/>
              </a:rPr>
              <a:t>Most people think calming down is the best way to handle nerves. People who told themselves "I am excited" before singing, a speech or a math test felt more excited and performed better than people told to calm down.</a:t>
            </a:r>
          </a:p>
          <a:p>
            <a:pPr algn="l">
              <a:spcAft>
                <a:spcPts val="585"/>
              </a:spcAft>
            </a:pPr>
            <a:r>
              <a:rPr sz="1050" b="0" i="0">
                <a:solidFill>
                  <a:srgbClr val="5D5A54"/>
                </a:solidFill>
                <a:latin typeface="Inter Tight"/>
              </a:rPr>
              <a:t>Brooks, Journal of Experimental Psychology: General, 2014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Students told that a racing heart can help performance did better on GRE math, in the lab and on their real exam months later.</a:t>
            </a:r>
          </a:p>
          <a:p>
            <a:pPr algn="l">
              <a:spcAft>
                <a:spcPts val="585"/>
              </a:spcAft>
            </a:pPr>
            <a:r>
              <a:rPr sz="1050" b="0" i="0">
                <a:solidFill>
                  <a:srgbClr val="5D5A54"/>
                </a:solidFill>
                <a:latin typeface="Inter Tight"/>
              </a:rPr>
              <a:t>Jamieson et al., Journal of Experimental Social Psychology, 2010</a:t>
            </a:r>
          </a:p>
          <a:p>
            <a:pPr algn="l">
              <a:spcAft>
                <a:spcPts val="585"/>
              </a:spcAft>
            </a:pPr>
            <a:r>
              <a:rPr sz="1300" b="0" i="0">
                <a:solidFill>
                  <a:srgbClr val="1C1B19"/>
                </a:solidFill>
                <a:latin typeface="Source Serif 4"/>
              </a:rPr>
              <a:t>People who learned by practice testing kept their memory under acute stress. People who learned by rereading lost more, especially after the stressor.</a:t>
            </a:r>
          </a:p>
          <a:p>
            <a:pPr algn="l">
              <a:spcAft>
                <a:spcPts val="585"/>
              </a:spcAft>
            </a:pPr>
            <a:r>
              <a:rPr sz="1050" b="0" i="0">
                <a:solidFill>
                  <a:srgbClr val="5D5A54"/>
                </a:solidFill>
                <a:latin typeface="Inter Tight"/>
              </a:rPr>
              <a:t>Smith, Floerke and Thomas, Science, 2016</a:t>
            </a:r>
          </a:p>
          <a:p>
            <a:pPr algn="l">
              <a:spcAft>
                <a:spcPts val="585"/>
              </a:spcAft>
            </a:pPr>
            <a:r>
              <a:rPr sz="1300" b="0" i="0">
                <a:solidFill>
                  <a:srgbClr val="1C1B19"/>
                </a:solidFill>
                <a:latin typeface="Source Serif 4"/>
              </a:rPr>
              <a:t>High school students who wrote freely about their test worries for about ten minutes before a final scored higher. The most anxious students gained the most.</a:t>
            </a:r>
          </a:p>
          <a:p>
            <a:pPr algn="l">
              <a:spcAft>
                <a:spcPts val="585"/>
              </a:spcAft>
            </a:pPr>
            <a:r>
              <a:rPr sz="1050" b="0" i="0">
                <a:solidFill>
                  <a:srgbClr val="5D5A54"/>
                </a:solidFill>
                <a:latin typeface="Inter Tight"/>
              </a:rPr>
              <a:t>Ramirez and Beilock, Science, 2011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YOUR MIND GOES BLANK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When Your Mind Goes Blank</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knew it last night. Here's how to get it back.</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have to be calm to do well on a test.</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you're anxious, you didn't study enough.</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When you blank, the information is gone.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Writing about your worries before a test can raise your score.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 extra energy drink will sharpen you 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answers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You can be keyed up and do well. Aim for ready.</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Anxiety tracks how much it matters to you.</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It's still stored. Pulling it up is what's struggling.</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High schoolers who did it before a final scored higher.</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Extra caffeine adds to the racing heart. Your usual is fine.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HAPPENS IN THE BLANK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alarm takes your thinking space</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Timer, stakes</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Alarm</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Racing heart</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Worry fills memory</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Blank</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The knowledge is still in there. The part that pulls it up is busy.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COUNTERINTUITIVE PART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Aim for ready, not calm.</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People who told themselves "I am excited" did better than people told to calm down. Same heartbeat, different instructions.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AND DURING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to do, and when</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WEEK BEFORE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Quiz yourself, don't reread</a:t>
            </a:r>
          </a:p>
          <a:p>
            <a:pPr algn="l">
              <a:spcAft>
                <a:spcPts val="855"/>
              </a:spcAft>
            </a:pPr>
            <a:r>
              <a:rPr sz="1900" b="0" i="0">
                <a:solidFill>
                  <a:srgbClr val="1C1B19"/>
                </a:solidFill>
                <a:latin typeface="Source Serif 4"/>
              </a:rPr>
              <a:t>Practice timed, with no notes</a:t>
            </a:r>
          </a:p>
          <a:p>
            <a:pPr algn="l">
              <a:spcAft>
                <a:spcPts val="855"/>
              </a:spcAft>
            </a:pPr>
            <a:r>
              <a:rPr sz="1900" b="0" i="0">
                <a:solidFill>
                  <a:srgbClr val="1C1B19"/>
                </a:solidFill>
                <a:latin typeface="Source Serif 4"/>
              </a:rPr>
              <a:t>Protect sleep, last two nights</a:t>
            </a:r>
          </a:p>
          <a:p>
            <a:pPr algn="l">
              <a:spcAft>
                <a:spcPts val="855"/>
              </a:spcAft>
            </a:pPr>
            <a:r>
              <a:rPr sz="1900" b="0" i="0">
                <a:solidFill>
                  <a:srgbClr val="1C1B19"/>
                </a:solidFill>
                <a:latin typeface="Source Serif 4"/>
              </a:rPr>
              <a:t>Your usual caffeine, no extra</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DURING THE TEST</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Breathe in for 4, out for 6</a:t>
            </a:r>
          </a:p>
          <a:p>
            <a:pPr algn="l">
              <a:spcAft>
                <a:spcPts val="855"/>
              </a:spcAft>
            </a:pPr>
            <a:r>
              <a:rPr sz="1900" b="0" i="0">
                <a:solidFill>
                  <a:srgbClr val="1C1B19"/>
                </a:solidFill>
                <a:latin typeface="Source Serif 4"/>
              </a:rPr>
              <a:t>Skip it, mark it, come back</a:t>
            </a:r>
          </a:p>
          <a:p>
            <a:pPr algn="l">
              <a:spcAft>
                <a:spcPts val="855"/>
              </a:spcAft>
            </a:pPr>
            <a:r>
              <a:rPr sz="1900" b="0" i="0">
                <a:solidFill>
                  <a:srgbClr val="1C1B19"/>
                </a:solidFill>
                <a:latin typeface="Source Serif 4"/>
              </a:rPr>
              <a:t>Jot formulas at the start</a:t>
            </a:r>
          </a:p>
          <a:p>
            <a:pPr algn="l">
              <a:spcAft>
                <a:spcPts val="855"/>
              </a:spcAft>
            </a:pPr>
            <a:r>
              <a:rPr sz="1900" b="0" i="0">
                <a:solidFill>
                  <a:srgbClr val="1C1B19"/>
                </a:solidFill>
                <a:latin typeface="Source Serif 4"/>
              </a:rPr>
              <a:t>After: debrief, don't replay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TEST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the best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TARIQ</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Halfway through his first geometry midterm, a problem he's sure he practiced looks completely unfamiliar. His heart starts pounding.</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ANA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Has a Spanish oral exam tomorrow. She blanked on the last one and keeps replaying the moment the teacher waited.</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MEI</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Her family moved so she could go to this school. She feels her biology final belongs to them too. It's midnight and she can't stop studying.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 are you worried will happen on your next test, and why?</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without stopping. Don't edit. Nobody reads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Which move will you use on your next test: relabel, breathe, skip and return, or the worry write?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https://rmwtoolkit.github.io/bcds-toolkit/when-your-mind-goes-blank-high-school.html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