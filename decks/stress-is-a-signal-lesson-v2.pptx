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page and the next three are hidden. They stay in the deck for you and are skipped when you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OF THE OPENING 3 MINUTES. Keep it light. Something like: "Today is about that pounding-heart feeling before a game or a test, what it's for, and how to tell when it's hanging around too long."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MINUTES. Movement is optional; anyone can just notice their pulse at the wrist or neck. After 30 seconds, ask for one word each: faster heart, breathing hard, warm, sweaty, awake. Then: "That's the same set of changes you get before a big test or a game. Your body doesn't really care which one it is. It's getting you ready."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MINUTES. Walk through the pairs quickly. Ask: "Which of these do you notice first before something big?" The point is that each feeling has a job. Students who read butterflies as "something is wrong" often spiral; students who read them as "I'm getting ready" usually settle into the task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of the 4 minutes. Robert Sapolsky's zebra: the stress response is built for short bursts. A workout is the same: muscles are stressed, then get stronger during rest. Ask: "What's your recovery after a hard day?" (Music, a walk, a game, food, family, sleep.) Recovery is part of the deal, not a reward for finishing.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of the 4 minutes. Yeager and colleagues (Nature, 2022) tested a 30-minute online lesson with thousands of high school and college students. Jamieson's GRE study: students told arousal helps did better on the real test months later. McEwen: the stress system protects us short term; harm comes from overuse and no recovery. Avoid the popular claim that stress only harms people who believe it does; that study was correlational.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Students write S (signal) or X (stuck on) for each card on their index card, then compare in pairs. Mia and Sam: signal, with recovery. Andre and Lena: stuck on, and neither caused it. Ask: "What would help Andre or Lena?" Steer toward people: a counselor, a trusted adult, a friend who notices, and adults changing things. Make the point that a pep talk about good stress wouldn't be fair to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MINUTES. Students circle one idea on their card: name it as fuel, spend the energy, flip the off switch, protect sleep, or tell someone. Share the student page link. Close with: "If your stress has been stuck on for a while, that's a good reason to talk to a counselor. You don't have to carry that kind alone."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 i="0">
                <a:solidFill>
                  <a:srgbClr val="FFFFFF"/>
                </a:solidFill>
                <a:latin typeface="Inter Tight"/>
              </a:rPr>
              <a:t>TEACHER PAGE  ·  skipped when you present  ·  Lesson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C1B19"/>
                </a:solidFill>
                <a:latin typeface="Source Serif 4"/>
              </a:rPr>
              <a:t>Stress Is a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 i="0">
                <a:solidFill>
                  <a:srgbClr val="5D5A54"/>
                </a:solidFill>
                <a:latin typeface="Inter Tight"/>
              </a:rPr>
              <a:t>Upper School  ·  20 minutes (fits a 30-minute advisory, with time for your opening check-in; 10-minute version below)  ·  Any grade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1206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75"/>
              </a:spcAft>
            </a:pPr>
            <a:r>
              <a:rPr sz="1100" b="1" i="0">
                <a:solidFill>
                  <a:srgbClr val="0B2D5B"/>
                </a:solidFill>
                <a:latin typeface="Inter Tight"/>
              </a:rPr>
              <a:t>GOAL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1C1B19"/>
                </a:solidFill>
                <a:latin typeface="Source Serif 4"/>
              </a:rPr>
              <a:t>Students can explain what the stress response does for them, use one way to read a racing heart as fuel, and tell the difference between a stress signal that settles and stress that stays stuck on. Nobody is asked to share what's stressing them or how much.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675"/>
              </a:spcAft>
            </a:pPr>
            <a:r>
              <a:rPr sz="1100" b="1" i="0">
                <a:solidFill>
                  <a:srgbClr val="0B2D5B"/>
                </a:solidFill>
                <a:latin typeface="Inter Tight"/>
              </a:rPr>
              <a:t>MATERIALS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1C1B19"/>
                </a:solidFill>
                <a:latin typeface="Source Serif 4"/>
              </a:rPr>
              <a:t>A board or chart paper with two columns: Signal and Stuck on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1C1B19"/>
                </a:solidFill>
                <a:latin typeface="Source Serif 4"/>
              </a:rPr>
              <a:t>Index cards, one per student</a:t>
            </a:r>
          </a:p>
          <a:p>
            <a:pPr algn="l">
              <a:spcAft>
                <a:spcPts val="675"/>
              </a:spcAft>
            </a:pPr>
            <a:r>
              <a:rPr sz="1500" b="0" i="0">
                <a:solidFill>
                  <a:srgbClr val="1C1B19"/>
                </a:solidFill>
                <a:latin typeface="Source Serif 4"/>
              </a:rPr>
              <a:t>The student page link (last slide) to share after advisory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828800"/>
            <a:ext cx="548640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100" b="1" i="0">
                <a:solidFill>
                  <a:srgbClr val="0B2D5B"/>
                </a:solidFill>
                <a:latin typeface="Inter Tight"/>
              </a:rPr>
              <a:t>FLOW</a:t>
            </a:r>
          </a:p>
          <a:p>
            <a:pPr algn="l">
              <a:spcAft>
                <a:spcPts val="630"/>
              </a:spcAft>
            </a:pPr>
            <a:r>
              <a:rPr sz="1300" b="1" i="0">
                <a:solidFill>
                  <a:srgbClr val="F47B20"/>
                </a:solidFill>
                <a:latin typeface="Inter Tight"/>
              </a:rPr>
              <a:t>3 min   </a:t>
            </a:r>
            <a:r>
              <a:rPr sz="1400" b="0" i="0">
                <a:solidFill>
                  <a:srgbClr val="1C1B19"/>
                </a:solidFill>
                <a:latin typeface="Source Serif 4"/>
              </a:rPr>
              <a:t>Feel it: thirty seconds of movement, then notice</a:t>
            </a:r>
          </a:p>
          <a:p>
            <a:pPr algn="l">
              <a:spcAft>
                <a:spcPts val="630"/>
              </a:spcAft>
            </a:pPr>
            <a:r>
              <a:rPr sz="1300" b="1" i="0">
                <a:solidFill>
                  <a:srgbClr val="F47B20"/>
                </a:solidFill>
                <a:latin typeface="Inter Tight"/>
              </a:rPr>
              <a:t>4 min   </a:t>
            </a:r>
            <a:r>
              <a:rPr sz="1400" b="0" i="0">
                <a:solidFill>
                  <a:srgbClr val="1C1B19"/>
                </a:solidFill>
                <a:latin typeface="Source Serif 4"/>
              </a:rPr>
              <a:t>Read the signal: what each body change is for</a:t>
            </a:r>
          </a:p>
          <a:p>
            <a:pPr algn="l">
              <a:spcAft>
                <a:spcPts val="630"/>
              </a:spcAft>
            </a:pPr>
            <a:r>
              <a:rPr sz="1300" b="1" i="0">
                <a:solidFill>
                  <a:srgbClr val="F47B20"/>
                </a:solidFill>
                <a:latin typeface="Inter Tight"/>
              </a:rPr>
              <a:t>4 min   </a:t>
            </a:r>
            <a:r>
              <a:rPr sz="1400" b="0" i="0">
                <a:solidFill>
                  <a:srgbClr val="1C1B19"/>
                </a:solidFill>
                <a:latin typeface="Source Serif 4"/>
              </a:rPr>
              <a:t>Signal, effort, recovery, and the research</a:t>
            </a:r>
          </a:p>
          <a:p>
            <a:pPr algn="l">
              <a:spcAft>
                <a:spcPts val="630"/>
              </a:spcAft>
            </a:pPr>
            <a:r>
              <a:rPr sz="1300" b="1" i="0">
                <a:solidFill>
                  <a:srgbClr val="F47B20"/>
                </a:solidFill>
                <a:latin typeface="Inter Tight"/>
              </a:rPr>
              <a:t>5 min   </a:t>
            </a:r>
            <a:r>
              <a:rPr sz="1400" b="0" i="0">
                <a:solidFill>
                  <a:srgbClr val="1C1B19"/>
                </a:solidFill>
                <a:latin typeface="Source Serif 4"/>
              </a:rPr>
              <a:t>Signal or stuck on? (four cards)</a:t>
            </a:r>
          </a:p>
          <a:p>
            <a:pPr algn="l">
              <a:spcAft>
                <a:spcPts val="630"/>
              </a:spcAft>
            </a:pPr>
            <a:r>
              <a:rPr sz="1300" b="1" i="0">
                <a:solidFill>
                  <a:srgbClr val="F47B20"/>
                </a:solidFill>
                <a:latin typeface="Inter Tight"/>
              </a:rPr>
              <a:t>4 min   </a:t>
            </a:r>
            <a:r>
              <a:rPr sz="1400" b="0" i="0">
                <a:solidFill>
                  <a:srgbClr val="1C1B19"/>
                </a:solidFill>
                <a:latin typeface="Source Serif 4"/>
              </a:rPr>
              <a:t>Pick one, privately, and the student page link</a:t>
            </a:r>
          </a:p>
          <a:p>
            <a:pPr algn="l">
              <a:spcAft>
                <a:spcPts val="630"/>
              </a:spcAft>
            </a:pPr>
            <a:r>
              <a:rPr sz="14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630"/>
              </a:spcAft>
            </a:pPr>
            <a:r>
              <a:rPr sz="1100" b="1" i="0">
                <a:solidFill>
                  <a:srgbClr val="0B2D5B"/>
                </a:solidFill>
                <a:latin typeface="Inter Tight"/>
              </a:rPr>
              <a:t>SHORT ON TIME (10-MINUTE CHECK-IN)</a:t>
            </a:r>
          </a:p>
          <a:p>
            <a:pPr algn="l">
              <a:spcAft>
                <a:spcPts val="630"/>
              </a:spcAft>
            </a:pPr>
            <a:r>
              <a:rPr sz="1400" b="0" i="0">
                <a:solidFill>
                  <a:srgbClr val="1C1B19"/>
                </a:solidFill>
                <a:latin typeface="Source Serif 4"/>
              </a:rPr>
              <a:t>Feel it (2), the Read the signal slide (3), Signal or stuck on with two of the cards (3), pick one and share the link (2).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 i="0">
                <a:solidFill>
                  <a:srgbClr val="FFFFFF"/>
                </a:solidFill>
                <a:latin typeface="Inter Tight"/>
              </a:rPr>
              <a:t>TEACHER PAGE  ·  skipped when you present  ·  Before you teach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1C1B19"/>
                </a:solidFill>
                <a:latin typeface="Source Serif 4"/>
              </a:rPr>
              <a:t>Before you teach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Lead with the good news, and keep it honest.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Stress is necessary and the research backs that up: short bursts help focus and performance, and reading a racing heart as "getting ready" helps a little. Don't promise that a mindset makes stress harmless. The claim that stress only hurts people who believe it does goes beyond the evidence.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Some stress isn't a challenge.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For a student dealing with money worries, a parent's illness, conflict at home, or racism, "stress is good for you" can land as "your problem is how you think about it." Say plainly that stress which stays on is a different thing, that it often comes from things students can't control, and that it's a reason to bring in adults, not to think harder.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Keep the cards invented.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Use the scenario cards, not students' own stories. If a student starts describing something heavy, thank them, keep it brief in the group, and follow up privately.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Watch for stuck on.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Weeks of poor sleep, frequent headaches or stomachaches, pulling away, or using substances to come down are worth a quiet check-in after advisory and a same-day note to a counselor if it sounds serious. Disclosures go to a counselor. No screening questions in the group.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Panic and anxiety disorders are their own thing.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Some students have panic attacks or an anxiety disorder, and "it's just a signal" won't be enough for them. Point them to The False Alarm and to a counselor.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Model it.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Name a time your own heart pounded before something that mattered, and what you told yourself. It gives students permission to notice their own.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 i="0">
                <a:solidFill>
                  <a:srgbClr val="FFFFFF"/>
                </a:solidFill>
                <a:latin typeface="Inter Tight"/>
              </a:rPr>
              <a:t>TEACHER PAGE  ·  skipped when you present  ·  Every student in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1C1B19"/>
                </a:solidFill>
                <a:latin typeface="Source Serif 4"/>
              </a:rPr>
              <a:t>Every student in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 i="0">
                <a:solidFill>
                  <a:srgbClr val="5D5A54"/>
                </a:solidFill>
                <a:latin typeface="Inter Tight"/>
              </a:rPr>
              <a:t>Culture, family, identity, ability and money: what to keep in mind for this topic.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Stress isn't spread evenly.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Students carrying racism, poverty, immigration worries, caregiving, or unsafe neighborhoods face more stress that stays on. Name chronic stress as something that happens to people, not a flaw in how they cope.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Families name it differently.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Some families say nerves, pressure, or nothing at all; in some homes stress shows up as stomachaches or headaches. Ask what students' families call it, and treat faith, music, food, family and community as real ways of coping.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Movement for every body.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The opening movement is optional. Offer clapping fast, tapping feet, a few deep fast breaths, or simply noticing your pulse. Students with heart conditions, injuries or disabilities can sit it out without explaining.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949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Bodies that react differently.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Students with anxiety, trauma histories, or sensory sensitivities may find focusing on heartbeat uncomfortable. Make noticing optional and keep eyes-open.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Neurodivergent students.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Students with ADHD or autism may feel stress signals more or less strongly, or read them later. There's no right way to feel it. Concrete cards help.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  <a:p>
            <a:pPr algn="l">
              <a:spcAft>
                <a:spcPts val="585"/>
              </a:spcAft>
            </a:pPr>
            <a:r>
              <a:rPr sz="1500" b="1" i="0">
                <a:solidFill>
                  <a:srgbClr val="1C1B19"/>
                </a:solidFill>
                <a:latin typeface="Source Serif 4"/>
              </a:rPr>
              <a:t>Language.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English learners can answer with a word in any language, a gesture, or a number from 1 to 10.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EEEB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 i="0">
                <a:solidFill>
                  <a:srgbClr val="FFFFFF"/>
                </a:solidFill>
                <a:latin typeface="Inter Tight"/>
              </a:rPr>
              <a:t>TEACHER PAGE  ·  skipped when you present  ·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 i="0">
                <a:solidFill>
                  <a:srgbClr val="1C1B19"/>
                </a:solidFill>
                <a:latin typeface="Source Serif 4"/>
              </a:rPr>
              <a:t>What the research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949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In a 30-minute online lesson tested in several studies with thousands of high school and college students, learning that stress responses can fuel performance (together with a growth mindset) improved heart and blood vessel responses to a stress test, lowered daily cortisol, reduced anxiety, and improved academic outcomes.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Yeager et al., Nature, 2022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People told that a racing heart helps them perform showed a more efficient cardiovascular response under social stress and paid less attention to threat.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Jamieson, Nock &amp; Mendes, Journal of Experimental Psychology: General, 2012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Students told that arousal can help did better on GRE math practice and on the real GRE months later.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Jamieson et al., Journal of Experimental Social Psychology, 2010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Believing stress can be enhancing was linked to better health and work performance, and a short video shifting that belief changed how people responded to stress.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Crum, Salovey &amp; Achor, Journal of Personality and Social Psychology,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5394960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Short-term stress responses protect and prepare the body; harm comes when they are turned on too often or fail to turn off (allostatic load).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McEwen, New England Journal of Medicine, 1998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Developmental scientists separate positive stress (brief, mild), tolerable stress (serious but buffered by supportive adults), and toxic stress (strong, frequent or prolonged without that support).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National Scientific Council on the Developing Child, Harvard, 2005/2014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Worry and rumination keep the stress response switched on long after the stressful event is over.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Brosschot, Gerin &amp; Thayer, Journal of Psychosomatic Research, 2006</a:t>
            </a:r>
          </a:p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1C1B19"/>
                </a:solidFill>
                <a:latin typeface="Source Serif 4"/>
              </a:rPr>
              <a:t>Discrimination and poverty act as chronic stressors with measurable effects on mental and physical health.</a:t>
            </a:r>
          </a:p>
          <a:p>
            <a:pPr algn="l">
              <a:spcAft>
                <a:spcPts val="585"/>
              </a:spcAft>
            </a:pPr>
            <a:r>
              <a:rPr sz="1050" b="0" i="0">
                <a:solidFill>
                  <a:srgbClr val="5D5A54"/>
                </a:solidFill>
                <a:latin typeface="Inter Tight"/>
              </a:rPr>
              <a:t>Williams, Journal of Health and Social Behavior, 2018; Evans &amp; Kim, Child Development Perspectives, 2013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STRESS IS A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2700"/>
              </a:spcAft>
            </a:pPr>
            <a:r>
              <a:rPr sz="6000" b="1" i="0">
                <a:solidFill>
                  <a:srgbClr val="FFFFFF"/>
                </a:solidFill>
                <a:latin typeface="Source Serif 4"/>
              </a:rPr>
              <a:t>Stress Is a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1">
                <a:solidFill>
                  <a:srgbClr val="E8E4DA"/>
                </a:solidFill>
                <a:latin typeface="Source Serif 4"/>
              </a:rPr>
              <a:t>Your body is getting you ready. Here's how to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0" i="0">
                <a:solidFill>
                  <a:srgbClr val="E8E4DA"/>
                </a:solidFill>
                <a:latin typeface="Inter Tight"/>
              </a:rPr>
              <a:t>Beaver Upper School · Counseling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FEEL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73152" cy="356616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371600"/>
            <a:ext cx="10058400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0" i="1">
                <a:solidFill>
                  <a:srgbClr val="1C1B19"/>
                </a:solidFill>
                <a:latin typeface="Source Serif 4"/>
              </a:rPr>
              <a:t>Thirty seconds. Jumping jacks, fast claps, or tap your feet. Then notice.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5D5A54"/>
                </a:solidFill>
                <a:latin typeface="Inter Tight"/>
              </a:rPr>
              <a:t>What changed? Heart, breathing, hands, face?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READ THE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C1B19"/>
                </a:solidFill>
                <a:latin typeface="Source Serif 4"/>
              </a:rPr>
              <a:t>What each change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512064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YOU FEEL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8892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Racing heart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Fast breathing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Butterflies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Sweaty hands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Laser focus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103120"/>
            <a:ext cx="5120640" cy="393192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YOUR BODY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45720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Sending blood to muscles and brain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Taking in more oxygen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Moving blood away from your stomach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Turning the cooling system on early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Zooming in on what matters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BUILT TO SWITCH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C1B19"/>
                </a:solidFill>
                <a:latin typeface="Source Serif 4"/>
              </a:rPr>
              <a:t>Signal, effort,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43200"/>
            <a:ext cx="187451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2000" b="1" i="0">
                <a:solidFill>
                  <a:srgbClr val="1C1B19"/>
                </a:solidFill>
                <a:latin typeface="Source Serif 4"/>
              </a:rPr>
              <a:t>Challenge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52344" y="3246120"/>
            <a:ext cx="896112" cy="0"/>
          </a:xfrm>
          <a:prstGeom prst="line">
            <a:avLst/>
          </a:prstGeom>
          <a:ln w="31750">
            <a:solidFill>
              <a:srgbClr val="F47B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03320" y="2743200"/>
            <a:ext cx="187451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7432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2000" b="1" i="0">
                <a:solidFill>
                  <a:srgbClr val="1C1B19"/>
                </a:solidFill>
                <a:latin typeface="Source Serif 4"/>
              </a:rPr>
              <a:t>Signal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32704" y="3246120"/>
            <a:ext cx="896112" cy="0"/>
          </a:xfrm>
          <a:prstGeom prst="line">
            <a:avLst/>
          </a:prstGeom>
          <a:ln w="31750">
            <a:solidFill>
              <a:srgbClr val="F47B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583680" y="2743200"/>
            <a:ext cx="187451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2000" b="1" i="0">
                <a:solidFill>
                  <a:srgbClr val="1C1B19"/>
                </a:solidFill>
                <a:latin typeface="Source Serif 4"/>
              </a:rPr>
              <a:t>Effort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13064" y="3246120"/>
            <a:ext cx="896112" cy="0"/>
          </a:xfrm>
          <a:prstGeom prst="line">
            <a:avLst/>
          </a:prstGeom>
          <a:ln w="31750">
            <a:solidFill>
              <a:srgbClr val="F47B2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464040" y="2743200"/>
            <a:ext cx="1874519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0B2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2743200"/>
            <a:ext cx="18745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2000" b="1" i="0">
                <a:solidFill>
                  <a:srgbClr val="1C1B19"/>
                </a:solidFill>
                <a:latin typeface="Source Serif 4"/>
              </a:rP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810"/>
              </a:spcAft>
            </a:pPr>
            <a:r>
              <a:rPr sz="1800" b="1" i="0">
                <a:solidFill>
                  <a:srgbClr val="F47B20"/>
                </a:solidFill>
                <a:latin typeface="Inter Tight"/>
              </a:rPr>
              <a:t>↺  and you're stronger for the next 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2000" b="0" i="1">
                <a:solidFill>
                  <a:srgbClr val="5D5A54"/>
                </a:solidFill>
                <a:latin typeface="Source Serif 4"/>
              </a:rPr>
              <a:t>A zebra runs from a lion for three minutes, then goes back to grazing.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THE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 i="0">
                <a:solidFill>
                  <a:srgbClr val="0B2D5B"/>
                </a:solidFill>
                <a:latin typeface="Inter Tight"/>
              </a:rPr>
              <a:t>Yeager et al., 2022  ·  Jamieson et al., 2010, 2012  ·  McEwen, 1998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40"/>
              </a:spcAft>
            </a:pPr>
            <a:r>
              <a:rPr sz="3200" b="1" i="0">
                <a:solidFill>
                  <a:srgbClr val="1C1B19"/>
                </a:solidFill>
                <a:latin typeface="Source Serif 4"/>
              </a:rPr>
              <a:t>How you read the signal matters, a little.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•  Teens who learned a racing heart can fuel them had steadier bodies under pressure.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•  Less anxiety and better grades, in several studies.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•  The pounding didn't stop. They read it differently.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•  Stress that never shuts off is what wears the body down.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892040"/>
            <a:ext cx="73152" cy="109728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102412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55"/>
              </a:spcAft>
            </a:pPr>
            <a:r>
              <a:rPr sz="1200" b="1" i="0">
                <a:solidFill>
                  <a:srgbClr val="F47B20"/>
                </a:solidFill>
                <a:latin typeface="Inter Tight"/>
              </a:rPr>
              <a:t>IN CLASS</a:t>
            </a:r>
          </a:p>
          <a:p>
            <a:pPr algn="l">
              <a:spcAft>
                <a:spcPts val="855"/>
              </a:spcAft>
            </a:pPr>
            <a:r>
              <a:rPr sz="1900" b="0" i="0">
                <a:solidFill>
                  <a:srgbClr val="1C1B19"/>
                </a:solidFill>
                <a:latin typeface="Source Serif 4"/>
              </a:rPr>
              <a:t>Say it straight: this is a real boost, not a magic switch.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SIGNAL OR STUCK 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530"/>
              </a:spcAft>
            </a:pPr>
            <a:r>
              <a:rPr sz="3400" b="1" i="0">
                <a:solidFill>
                  <a:srgbClr val="1C1B19"/>
                </a:solidFill>
                <a:latin typeface="Source Serif 4"/>
              </a:rPr>
              <a:t>Which is which?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242316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MIA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1965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1C1B19"/>
                </a:solidFill>
                <a:latin typeface="Source Serif 4"/>
              </a:rPr>
              <a:t>Heart pounding in the hallway before her solo. After the concert she's wiped out and happy.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39" y="2103120"/>
            <a:ext cx="242316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286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ANDRE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43200"/>
            <a:ext cx="1965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1C1B19"/>
                </a:solidFill>
                <a:latin typeface="Source Serif 4"/>
              </a:rPr>
              <a:t>Hasn't slept well in a month. His family might have to move, and he thinks about it all through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242316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43200"/>
            <a:ext cx="1965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1C1B19"/>
                </a:solidFill>
                <a:latin typeface="Source Serif 4"/>
              </a:rPr>
              <a:t>Nervous all week about a big test. Once it's over, Sam sleeps nine hours.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103120"/>
            <a:ext cx="2423160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D8D2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28600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 i="0">
                <a:solidFill>
                  <a:srgbClr val="0B2D5B"/>
                </a:solidFill>
                <a:latin typeface="Inter Tight"/>
              </a:rPr>
              <a:t>LENA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743200"/>
            <a:ext cx="19659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10"/>
              </a:spcAft>
            </a:pPr>
            <a:r>
              <a:rPr sz="1800" b="0" i="0">
                <a:solidFill>
                  <a:srgbClr val="1C1B19"/>
                </a:solidFill>
                <a:latin typeface="Source Serif 4"/>
              </a:rPr>
              <a:t>Gets comments about her accent most days. Her stomach hurts every morning before school.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54864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931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5D5A54"/>
                </a:solidFill>
                <a:latin typeface="Inter Tight"/>
              </a:rPr>
              <a:t>BEFORE YOU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00800"/>
            <a:ext cx="3410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50"/>
              </a:spcAft>
            </a:pPr>
            <a:r>
              <a:rPr sz="1000" b="0" i="0">
                <a:solidFill>
                  <a:srgbClr val="5D5A54"/>
                </a:solidFill>
                <a:latin typeface="Inter Tight"/>
              </a:rPr>
              <a:t>Beaver Counseling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 i="0">
                <a:solidFill>
                  <a:srgbClr val="1C1B19"/>
                </a:solidFill>
                <a:latin typeface="Source Serif 4"/>
              </a:rPr>
              <a:t>Signal, or stuck 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80"/>
              </a:spcAft>
            </a:pPr>
            <a:r>
              <a:rPr sz="2400" b="0" i="0">
                <a:solidFill>
                  <a:srgbClr val="1C1B19"/>
                </a:solidFill>
                <a:latin typeface="Source Serif 4"/>
              </a:rPr>
              <a:t>Pick one thing from the student page to try. Keep it to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10515600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C1B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 i="0">
                <a:solidFill>
                  <a:srgbClr val="0B2D5B"/>
                </a:solidFill>
                <a:latin typeface="Inter Tight"/>
              </a:rPr>
              <a:t>STUDENT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177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0" i="0">
                <a:solidFill>
                  <a:srgbClr val="1C1B19"/>
                </a:solidFill>
                <a:latin typeface="Inter Tight"/>
              </a:rPr>
              <a:t>https://rmwtoolkit.github.io/bcds-toolkit/stress-is-a-signal-high-school.html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