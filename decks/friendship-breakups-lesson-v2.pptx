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Open plainly. Something like: "Today is about friendships that end or fade. Why it hurts as much as it does, and how to get through it with your self-respect intact." Say up front that nobody will talk about a real friendship or name anyone. Some people here may share history, and that's part of why we'll keep it general.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Collect the scraps and read out the range: lowest, highest, and roughly where most landed. Don't reveal the answer yet. Ask: "What do you think ends most of them?" Expect: fights, drama, someone being fake, moving, dating, switching schools. Jot a few on the board or a sheet.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Researchers followed 410 students from seventh through twelfth grade (Hartl, Laursen and Cillessen, 2015). Fewer than 1 in 4 friendships that started in seventh grade lasted to the next school year. About 1 in 100 made it to senior year. They most often ended when the two people grew different, in grades, popularity, aggression, or gender. Usually nobody was the bad friend. Compare with the list from the last slide: fights happen, and growing apart is far more common. Land it: a friendship can be real and important and still have an end date.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In a 2003 brain-imaging study, people left out of a simple online ball-toss game showed more activity in a region that also responds to how upsetting physical pain feels, and the more it rose, the more upset they said they were. People with more activity in a "brake" region toward the front of the brain felt less distress, and that region is still maturing through the teens. A 2011 study found pain-area activity when people looked at a photo of an ex after an unwanted breakup; other scientists argue those areas respond to anything intense, so call it debated. Either way, "it shouldn't hurt this much" is wrong. Then the right column: a dating breakup gets sympathy, and a friendship breakup gets "just make new friends." Ask: "What do people say after a friendship ends that doesn't help?" Expect: "just make new friends," "they weren't a real friend anyway," "get over it." Then ask what would help instead.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Walk through quickly. Step 1: in a 2007 study, putting a feeling into words lowered the amygdala's response and raised activity in the brake region. Writing it down counts. Step 2: being listened to matters more right now than advice. Step 3: repair means trying to fix it (the student page points to The Repair Kit for that), reset means staying friendly but not close, and release means letting it end. Step 4: deciding ahead what you'll do when you see them makes each hallway run-in cost less.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Pairs take one card, pick repair, reset, or release, and say why. Maya: repair is worth a try. Telling Jordan she misses him and suggesting one standing plan works better than going quiet to see if he notices, or deciding he thinks he's better than her now. Tariq: reset. Stepping back, staying civil, and no longer sharing private things makes sense after it happened twice. Sharing the friend's private stuff back keeps it going. If a former friend keeps spreading private messages or turning people against someone, that's a counselor conversation. Lena: a short, kind hello without going back. The guilt doesn't prove she made a mistake. If a student pushes for "forgive and go back," ask what would need to be different first. If you're the one ending a close friendship, a direct, kind line works: "I've been feeling like we want different things, and I need some distance." No list of faults needed. If a friendship was controlling, threatening, or unsafe, nobody owes a big conversation: step back and tell an adult you trust.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Private. Nobody shares. Some students won't have a friendship in mind right now; they can think back to middle school or just sit with the question. If they're stuck for words, offer a few: humiliated, relieved, jealous, lonely, guilty, free, confused, still hoping. Mention the unsent letter on the student page: writing about a painful experience for a few short sessions is linked with better mood and health afterward, with modest effects that hold up across many studies (Pennebaker). Nothing on that page is saved or sent. The card goes home with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Add that you can feel several things at once: sad and relieved, angry and still missing them. Then the online piece: mute before you unfollow (muting is private and you can undo it), archive old chats and photos instead of deleting them, skip posts aimed at them, and stop decoding who viewed your story. Share the student page link. It has repair, reset, or release, the unsent letter, a private check-in, and when to get more help. Say plainly: if you've been sad most days for more than two weeks, if a friendship was controlling or unsafe, or if an old group is targeting you, a counselor can help.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Friendship Breakups</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a friendship ending hurts like an injury and why endings are so common in the teen years, name a feeling specifically, and weigh repair, reset, or release. Nobody shares a real friendship.</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Scrap paper for the opening guess</a:t>
            </a:r>
          </a:p>
          <a:p>
            <a:pPr algn="l">
              <a:spcAft>
                <a:spcPts val="675"/>
              </a:spcAft>
            </a:pPr>
            <a:r>
              <a:rPr sz="1500" b="0" i="0">
                <a:solidFill>
                  <a:srgbClr val="1C1B19"/>
                </a:solidFill>
                <a:latin typeface="Source Serif 4"/>
              </a:rPr>
              <a:t>Index cards for the private reflection</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6 min   </a:t>
            </a:r>
            <a:r>
              <a:rPr sz="1400" b="0" i="0">
                <a:solidFill>
                  <a:srgbClr val="1C1B19"/>
                </a:solidFill>
                <a:latin typeface="Source Serif 4"/>
              </a:rPr>
              <a:t>The guess and the real number (anonymous)</a:t>
            </a:r>
          </a:p>
          <a:p>
            <a:pPr algn="l">
              <a:spcAft>
                <a:spcPts val="630"/>
              </a:spcAft>
            </a:pPr>
            <a:r>
              <a:rPr sz="1300" b="1" i="0">
                <a:solidFill>
                  <a:srgbClr val="F47B20"/>
                </a:solidFill>
                <a:latin typeface="Inter Tight"/>
              </a:rPr>
              <a:t>5 min   </a:t>
            </a:r>
            <a:r>
              <a:rPr sz="1400" b="0" i="0">
                <a:solidFill>
                  <a:srgbClr val="1C1B19"/>
                </a:solidFill>
                <a:latin typeface="Source Serif 4"/>
              </a:rPr>
              <a:t>Why it hurts, and what helps</a:t>
            </a:r>
          </a:p>
          <a:p>
            <a:pPr algn="l">
              <a:spcAft>
                <a:spcPts val="630"/>
              </a:spcAft>
            </a:pPr>
            <a:r>
              <a:rPr sz="1300" b="1" i="0">
                <a:solidFill>
                  <a:srgbClr val="F47B20"/>
                </a:solidFill>
                <a:latin typeface="Inter Tight"/>
              </a:rPr>
              <a:t>4 min   </a:t>
            </a:r>
            <a:r>
              <a:rPr sz="1400" b="0" i="0">
                <a:solidFill>
                  <a:srgbClr val="1C1B19"/>
                </a:solidFill>
                <a:latin typeface="Source Serif 4"/>
              </a:rPr>
              <a:t>Repair, reset, or release? (pairs)</a:t>
            </a:r>
          </a:p>
          <a:p>
            <a:pPr algn="l">
              <a:spcAft>
                <a:spcPts val="630"/>
              </a:spcAft>
            </a:pPr>
            <a:r>
              <a:rPr sz="1300" b="1" i="0">
                <a:solidFill>
                  <a:srgbClr val="F47B20"/>
                </a:solidFill>
                <a:latin typeface="Inter Tight"/>
              </a:rPr>
              <a:t>3 min   </a:t>
            </a:r>
            <a:r>
              <a:rPr sz="1400" b="0" i="0">
                <a:solidFill>
                  <a:srgbClr val="1C1B19"/>
                </a:solidFill>
                <a:latin typeface="Source Serif 4"/>
              </a:rPr>
              <a:t>One specific word (private)</a:t>
            </a:r>
          </a:p>
          <a:p>
            <a:pPr algn="l">
              <a:spcAft>
                <a:spcPts val="630"/>
              </a:spcAft>
            </a:pPr>
            <a:r>
              <a:rPr sz="1300" b="1" i="0">
                <a:solidFill>
                  <a:srgbClr val="F47B20"/>
                </a:solidFill>
                <a:latin typeface="Inter Tight"/>
              </a:rPr>
              <a:t>2 min   </a:t>
            </a:r>
            <a:r>
              <a:rPr sz="1400" b="0" i="0">
                <a:solidFill>
                  <a:srgbClr val="1C1B19"/>
                </a:solidFill>
                <a:latin typeface="Source Serif 4"/>
              </a:rPr>
              <a:t>Waves, and the student page</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The guess and the real number (3), why it hurts (2), repair, reset, or release with one scenario (3), waves and the student page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Former friends may be in the same circle.</a:t>
            </a:r>
          </a:p>
          <a:p>
            <a:pPr algn="l">
              <a:spcAft>
                <a:spcPts val="585"/>
              </a:spcAft>
            </a:pPr>
            <a:r>
              <a:rPr sz="1300" b="0" i="0">
                <a:solidFill>
                  <a:srgbClr val="1C1B19"/>
                </a:solidFill>
                <a:latin typeface="Source Serif 4"/>
              </a:rPr>
              <a:t>Advisory groups are small, and two people who used to be close may sit across from each other. Use only the slide scenarios. Don't ask for stories, names, or what happened.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push repair.</a:t>
            </a:r>
          </a:p>
          <a:p>
            <a:pPr algn="l">
              <a:spcAft>
                <a:spcPts val="585"/>
              </a:spcAft>
            </a:pPr>
            <a:r>
              <a:rPr sz="1300" b="0" i="0">
                <a:solidFill>
                  <a:srgbClr val="1C1B19"/>
                </a:solidFill>
                <a:latin typeface="Source Serif 4"/>
              </a:rPr>
              <a:t>Some friendships should end. Present repair, reset and release as equal choices, and never suggest a student owes anyone a second chance.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Unsafe friendships go to an adult.</a:t>
            </a:r>
          </a:p>
          <a:p>
            <a:pPr algn="l">
              <a:spcAft>
                <a:spcPts val="585"/>
              </a:spcAft>
            </a:pPr>
            <a:r>
              <a:rPr sz="1300" b="0" i="0">
                <a:solidFill>
                  <a:srgbClr val="1C1B19"/>
                </a:solidFill>
                <a:latin typeface="Source Serif 4"/>
              </a:rPr>
              <a:t>If a student says a friendship was controlling or threatening, or that an old group is targeting them online or in person, thank them, move on, and follow up privately that day with a counselor or dean.</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Sadness that lasts goes to a counselor.</a:t>
            </a:r>
          </a:p>
          <a:p>
            <a:pPr algn="l">
              <a:spcAft>
                <a:spcPts val="585"/>
              </a:spcAft>
            </a:pPr>
            <a:r>
              <a:rPr sz="1300" b="0" i="0">
                <a:solidFill>
                  <a:srgbClr val="1C1B19"/>
                </a:solidFill>
                <a:latin typeface="Source Serif 4"/>
              </a:rPr>
              <a:t>The student page names sadness most days for more than two weeks, and big changes in sleep, eating or grades. Don't ask about these in the circle. Any disclosure goes to a counselor the same day.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Leave room for the one who ended it.</a:t>
            </a:r>
          </a:p>
          <a:p>
            <a:pPr algn="l">
              <a:spcAft>
                <a:spcPts val="585"/>
              </a:spcAft>
            </a:pPr>
            <a:r>
              <a:rPr sz="1300" b="0" i="0">
                <a:solidFill>
                  <a:srgbClr val="1C1B19"/>
                </a:solidFill>
                <a:latin typeface="Source Serif 4"/>
              </a:rPr>
              <a:t>Students who stepped away may feel guilty or get cast as the bad guy. Lena's card gives them a way in: you can know it was right and still miss someone.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the brain science light.</a:t>
            </a:r>
          </a:p>
          <a:p>
            <a:pPr algn="l">
              <a:spcAft>
                <a:spcPts val="585"/>
              </a:spcAft>
            </a:pPr>
            <a:r>
              <a:rPr sz="1300" b="0" i="0">
                <a:solidFill>
                  <a:srgbClr val="1C1B19"/>
                </a:solidFill>
                <a:latin typeface="Source Serif 4"/>
              </a:rPr>
              <a:t>The point is that the hurt is real. Some of the brain findings are debated, so say "researchers found" and skip the anatomy if time is short.</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It ripples through shared communities.</a:t>
            </a:r>
          </a:p>
          <a:p>
            <a:pPr algn="l">
              <a:spcAft>
                <a:spcPts val="585"/>
              </a:spcAft>
            </a:pPr>
            <a:r>
              <a:rPr sz="1300" b="0" i="0">
                <a:solidFill>
                  <a:srgbClr val="1C1B19"/>
                </a:solidFill>
                <a:latin typeface="Source Serif 4"/>
              </a:rPr>
              <a:t>Two friends may share a religious community, a neighborhood, a team, or families who know each other. An ending can change where a student feels comfortable going, including a place of worship. Name that as part of the loss.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Who students can tell.</a:t>
            </a:r>
          </a:p>
          <a:p>
            <a:pPr algn="l">
              <a:spcAft>
                <a:spcPts val="585"/>
              </a:spcAft>
            </a:pPr>
            <a:r>
              <a:rPr sz="1300" b="0" i="0">
                <a:solidFill>
                  <a:srgbClr val="1C1B19"/>
                </a:solidFill>
                <a:latin typeface="Source Serif 4"/>
              </a:rPr>
              <a:t>"Tell one person the real version" can mean a sibling, a cousin, a grandparent, a coach, or a parent or caregiver. Not every student can bring this home, so always name a counselor too.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Identity and friendships.</a:t>
            </a:r>
          </a:p>
          <a:p>
            <a:pPr algn="l">
              <a:spcAft>
                <a:spcPts val="585"/>
              </a:spcAft>
            </a:pPr>
            <a:r>
              <a:rPr sz="1300" b="0" i="0">
                <a:solidFill>
                  <a:srgbClr val="1C1B19"/>
                </a:solidFill>
                <a:latin typeface="Source Serif 4"/>
              </a:rPr>
              <a:t>Some friendships end around coming out, or around how a friend reacted to someone's identity. Don't ask why any friendship ended. If a student was outed or is being targeted for who they are, that's a counselor conversation that day.</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Friendship looks different for different brains.</a:t>
            </a:r>
          </a:p>
          <a:p>
            <a:pPr algn="l">
              <a:spcAft>
                <a:spcPts val="585"/>
              </a:spcAft>
            </a:pPr>
            <a:r>
              <a:rPr sz="1300" b="0" i="0">
                <a:solidFill>
                  <a:srgbClr val="1C1B19"/>
                </a:solidFill>
                <a:latin typeface="Source Serif 4"/>
              </a:rPr>
              <a:t>Autistic students and students with social anxiety may have fewer close friends, so one ending can take out most of their social world. The run-in plan gives a script. Don't measure a good friend by how social someone is.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Anyone can grieve a friendship.</a:t>
            </a:r>
          </a:p>
          <a:p>
            <a:pPr algn="l">
              <a:spcAft>
                <a:spcPts val="585"/>
              </a:spcAft>
            </a:pPr>
            <a:r>
              <a:rPr sz="1300" b="0" i="0">
                <a:solidFill>
                  <a:srgbClr val="1C1B19"/>
                </a:solidFill>
                <a:latin typeface="Source Serif 4"/>
              </a:rPr>
              <a:t>Students may hear that only girls have friendship drama. Say plainly that losing a close friend hurts anyone, and mix genders in your examples, as Maya and Jordan do.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Moving and distance.</a:t>
            </a:r>
          </a:p>
          <a:p>
            <a:pPr algn="l">
              <a:spcAft>
                <a:spcPts val="585"/>
              </a:spcAft>
            </a:pPr>
            <a:r>
              <a:rPr sz="1300" b="0" i="0">
                <a:solidFill>
                  <a:srgbClr val="1C1B19"/>
                </a:solidFill>
                <a:latin typeface="Source Serif 4"/>
              </a:rPr>
              <a:t>Students who moved schools, cities or countries may have lost friendships to distance, and may be grieving friends who speak another language. Drift counts, and staying in touch across time zones is a real form of repair.</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People left out of a simple online ball-toss game showed more activity in the dorsal anterior cingulate, a region that also responds to how upsetting physical pain feels. The more it rose, the more upset they said they were.</a:t>
            </a:r>
          </a:p>
          <a:p>
            <a:pPr algn="l">
              <a:spcAft>
                <a:spcPts val="585"/>
              </a:spcAft>
            </a:pPr>
            <a:r>
              <a:rPr sz="1050" b="0" i="0">
                <a:solidFill>
                  <a:srgbClr val="5D5A54"/>
                </a:solidFill>
                <a:latin typeface="Inter Tight"/>
              </a:rPr>
              <a:t>Eisenberger, Lieberman and Williams, Science, 2003</a:t>
            </a:r>
          </a:p>
          <a:p>
            <a:pPr algn="l">
              <a:spcAft>
                <a:spcPts val="585"/>
              </a:spcAft>
            </a:pPr>
            <a:r>
              <a:rPr sz="1300" b="0" i="0">
                <a:solidFill>
                  <a:srgbClr val="1C1B19"/>
                </a:solidFill>
                <a:latin typeface="Source Serif 4"/>
              </a:rPr>
              <a:t>In the same study, people with more activity in the right ventrolateral prefrontal cortex reported less distress. It seems to act as a brake, and it's still maturing through the teens.</a:t>
            </a:r>
          </a:p>
          <a:p>
            <a:pPr algn="l">
              <a:spcAft>
                <a:spcPts val="585"/>
              </a:spcAft>
            </a:pPr>
            <a:r>
              <a:rPr sz="1050" b="0" i="0">
                <a:solidFill>
                  <a:srgbClr val="5D5A54"/>
                </a:solidFill>
                <a:latin typeface="Inter Tight"/>
              </a:rPr>
              <a:t>Eisenberger, Lieberman and Williams, 2003</a:t>
            </a:r>
          </a:p>
          <a:p>
            <a:pPr algn="l">
              <a:spcAft>
                <a:spcPts val="585"/>
              </a:spcAft>
            </a:pPr>
            <a:r>
              <a:rPr sz="1300" b="0" i="0">
                <a:solidFill>
                  <a:srgbClr val="1C1B19"/>
                </a:solidFill>
                <a:latin typeface="Source Serif 4"/>
              </a:rPr>
              <a:t>When people who had been through an unwanted breakup looked at a photo of their ex, areas that process physical pain became active. Other scientists argue these areas respond to anything intense, so the overlap is debated.</a:t>
            </a:r>
          </a:p>
          <a:p>
            <a:pPr algn="l">
              <a:spcAft>
                <a:spcPts val="585"/>
              </a:spcAft>
            </a:pPr>
            <a:r>
              <a:rPr sz="1050" b="0" i="0">
                <a:solidFill>
                  <a:srgbClr val="5D5A54"/>
                </a:solidFill>
                <a:latin typeface="Inter Tight"/>
              </a:rPr>
              <a:t>Kross et al., Proceedings of the National Academy of Sciences, 2011</a:t>
            </a:r>
          </a:p>
          <a:p>
            <a:pPr algn="l">
              <a:spcAft>
                <a:spcPts val="585"/>
              </a:spcAft>
            </a:pPr>
            <a:r>
              <a:rPr sz="1300" b="0" i="0">
                <a:solidFill>
                  <a:srgbClr val="1C1B19"/>
                </a:solidFill>
                <a:latin typeface="Source Serif 4"/>
              </a:rPr>
              <a:t>Putting a feeling into words reduced the amygdala's response and raised activity in the brake region.</a:t>
            </a:r>
          </a:p>
          <a:p>
            <a:pPr algn="l">
              <a:spcAft>
                <a:spcPts val="585"/>
              </a:spcAft>
            </a:pPr>
            <a:r>
              <a:rPr sz="1050" b="0" i="0">
                <a:solidFill>
                  <a:srgbClr val="5D5A54"/>
                </a:solidFill>
                <a:latin typeface="Inter Tight"/>
              </a:rPr>
              <a:t>Lieberman et al., Psychological Science, 2007</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Researchers followed 410 students from seventh grade through twelfth. Fewer than 1 in 4 seventh-grade friendships lasted to the next school year, and about 1 in 100 made it to senior year.</a:t>
            </a:r>
          </a:p>
          <a:p>
            <a:pPr algn="l">
              <a:spcAft>
                <a:spcPts val="585"/>
              </a:spcAft>
            </a:pPr>
            <a:r>
              <a:rPr sz="1050" b="0" i="0">
                <a:solidFill>
                  <a:srgbClr val="5D5A54"/>
                </a:solidFill>
                <a:latin typeface="Inter Tight"/>
              </a:rPr>
              <a:t>Hartl, Laursen and Cillessen, Psychological Science, 2015</a:t>
            </a:r>
          </a:p>
          <a:p>
            <a:pPr algn="l">
              <a:spcAft>
                <a:spcPts val="585"/>
              </a:spcAft>
            </a:pPr>
            <a:r>
              <a:rPr sz="1300" b="0" i="0">
                <a:solidFill>
                  <a:srgbClr val="1C1B19"/>
                </a:solidFill>
                <a:latin typeface="Source Serif 4"/>
              </a:rPr>
              <a:t>Friendships most often ended when the two people grew different, in grades, popularity, aggression, or gender.</a:t>
            </a:r>
          </a:p>
          <a:p>
            <a:pPr algn="l">
              <a:spcAft>
                <a:spcPts val="585"/>
              </a:spcAft>
            </a:pPr>
            <a:r>
              <a:rPr sz="1050" b="0" i="0">
                <a:solidFill>
                  <a:srgbClr val="5D5A54"/>
                </a:solidFill>
                <a:latin typeface="Inter Tight"/>
              </a:rPr>
              <a:t>Hartl, Laursen and Cillessen, 2015</a:t>
            </a:r>
          </a:p>
          <a:p>
            <a:pPr algn="l">
              <a:spcAft>
                <a:spcPts val="585"/>
              </a:spcAft>
            </a:pPr>
            <a:r>
              <a:rPr sz="1300" b="0" i="0">
                <a:solidFill>
                  <a:srgbClr val="1C1B19"/>
                </a:solidFill>
                <a:latin typeface="Source Serif 4"/>
              </a:rPr>
              <a:t>Writing about a painful experience for a few short sessions is linked with better health and mood afterward. The effects are modest, and they hold up across many studies.</a:t>
            </a:r>
          </a:p>
          <a:p>
            <a:pPr algn="l">
              <a:spcAft>
                <a:spcPts val="585"/>
              </a:spcAft>
            </a:pPr>
            <a:r>
              <a:rPr sz="1050" b="0" i="0">
                <a:solidFill>
                  <a:srgbClr val="5D5A54"/>
                </a:solidFill>
                <a:latin typeface="Inter Tight"/>
              </a:rPr>
              <a:t>Pennebaker, Psychological Science, 1997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FRIENDSHIP BREAKUPS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Friendship Breakups</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Nobody died. It still feels like grief.</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GUESS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100 friendships start in 7th grade. How many last to senior year?</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Write your number on a scrap. No names.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REAL NUMBER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About 1.</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Fewer than 1 in 4 even lasted to the next school year. Most ended because people grew different.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IT HURTS THIS MUCH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A real loss nobody calls one</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YOUR BRAIN DOES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Treats it like an injury</a:t>
            </a:r>
          </a:p>
          <a:p>
            <a:pPr algn="l">
              <a:spcAft>
                <a:spcPts val="855"/>
              </a:spcAft>
            </a:pPr>
            <a:r>
              <a:rPr sz="1900" b="0" i="0">
                <a:solidFill>
                  <a:srgbClr val="1C1B19"/>
                </a:solidFill>
                <a:latin typeface="Source Serif 4"/>
              </a:rPr>
              <a:t>The distress signal fires</a:t>
            </a:r>
          </a:p>
          <a:p>
            <a:pPr algn="l">
              <a:spcAft>
                <a:spcPts val="855"/>
              </a:spcAft>
            </a:pPr>
            <a:r>
              <a:rPr sz="1900" b="0" i="0">
                <a:solidFill>
                  <a:srgbClr val="1C1B19"/>
                </a:solidFill>
                <a:latin typeface="Source Serif 4"/>
              </a:rPr>
              <a:t>More signal, more upset</a:t>
            </a:r>
          </a:p>
          <a:p>
            <a:pPr algn="l">
              <a:spcAft>
                <a:spcPts val="855"/>
              </a:spcAft>
            </a:pPr>
            <a:r>
              <a:rPr sz="1900" b="0" i="0">
                <a:solidFill>
                  <a:srgbClr val="1C1B19"/>
                </a:solidFill>
                <a:latin typeface="Source Serif 4"/>
              </a:rPr>
              <a:t>Naming the feeling turns it down</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WHY IT'S HARDER THAN IT LOOKS</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No songs, no sympathy, no script</a:t>
            </a:r>
          </a:p>
          <a:p>
            <a:pPr algn="l">
              <a:spcAft>
                <a:spcPts val="855"/>
              </a:spcAft>
            </a:pPr>
            <a:r>
              <a:rPr sz="1900" b="0" i="0">
                <a:solidFill>
                  <a:srgbClr val="1C1B19"/>
                </a:solidFill>
                <a:latin typeface="Source Serif 4"/>
              </a:rPr>
              <a:t>Tangled up with who you are</a:t>
            </a:r>
          </a:p>
          <a:p>
            <a:pPr algn="l">
              <a:spcAft>
                <a:spcPts val="855"/>
              </a:spcAft>
            </a:pPr>
            <a:r>
              <a:rPr sz="1900" b="0" i="0">
                <a:solidFill>
                  <a:srgbClr val="1C1B19"/>
                </a:solidFill>
                <a:latin typeface="Source Serif 4"/>
              </a:rPr>
              <a:t>Ripples through teams and friends</a:t>
            </a:r>
          </a:p>
          <a:p>
            <a:pPr algn="l">
              <a:spcAft>
                <a:spcPts val="855"/>
              </a:spcAft>
            </a:pPr>
            <a:r>
              <a:rPr sz="1900" b="0" i="0">
                <a:solidFill>
                  <a:srgbClr val="1C1B19"/>
                </a:solidFill>
                <a:latin typeface="Source Serif 4"/>
              </a:rPr>
              <a:t>You see them every day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HELPS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Feel it. Decide. Then rebuild.</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Name the feeling, specifically.</a:t>
            </a:r>
          </a:p>
          <a:p>
            <a:pPr algn="l">
              <a:spcAft>
                <a:spcPts val="945"/>
              </a:spcAft>
            </a:pPr>
            <a:r>
              <a:rPr sz="1600" b="0" i="0">
                <a:solidFill>
                  <a:srgbClr val="5D5A54"/>
                </a:solidFill>
                <a:latin typeface="Source Serif 4"/>
              </a:rPr>
              <a:t>"Relieved and guilty" says more than "bad."</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Tell one person the real version.</a:t>
            </a:r>
          </a:p>
          <a:p>
            <a:pPr algn="l">
              <a:spcAft>
                <a:spcPts val="945"/>
              </a:spcAft>
            </a:pPr>
            <a:r>
              <a:rPr sz="1600" b="0" i="0">
                <a:solidFill>
                  <a:srgbClr val="5D5A54"/>
                </a:solidFill>
                <a:latin typeface="Source Serif 4"/>
              </a:rPr>
              <a:t>Someone outside the friend group.</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Decide: repair, reset, or release.</a:t>
            </a:r>
          </a:p>
          <a:p>
            <a:pPr algn="l">
              <a:spcAft>
                <a:spcPts val="945"/>
              </a:spcAft>
            </a:pPr>
            <a:r>
              <a:rPr sz="1600" b="0" i="0">
                <a:solidFill>
                  <a:srgbClr val="5D5A54"/>
                </a:solidFill>
                <a:latin typeface="Source Serif 4"/>
              </a:rPr>
              <a:t>All three are fine. Not choosing keeps you stuck.</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Plan for the run-ins.</a:t>
            </a:r>
          </a:p>
          <a:p>
            <a:pPr algn="l">
              <a:spcAft>
                <a:spcPts val="945"/>
              </a:spcAft>
            </a:pPr>
            <a:r>
              <a:rPr sz="1600" b="0" i="0">
                <a:solidFill>
                  <a:srgbClr val="5D5A54"/>
                </a:solidFill>
                <a:latin typeface="Source Serif 4"/>
              </a:rPr>
              <a:t>A nod, a "hey," or nothing. Decide ahead.</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Don't let it rewrite your story.</a:t>
            </a:r>
          </a:p>
          <a:p>
            <a:pPr algn="l">
              <a:spcAft>
                <a:spcPts val="945"/>
              </a:spcAft>
            </a:pPr>
            <a:r>
              <a:rPr sz="1600" b="0" i="0">
                <a:solidFill>
                  <a:srgbClr val="5D5A54"/>
                </a:solidFill>
                <a:latin typeface="Source Serif 4"/>
              </a:rPr>
              <a:t>One ending isn't proof people always leave.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REPAIR, RESET, OR RELEASE?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Three situations. More than one answer can work.</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MAYA AND JORDAN</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Best friends since sixth grade. Junior year, Jordan starts a demanding dual-enrollment program and cancels most plans. Maya feels dropped.</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TARIQ</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friend screenshotted a private message Tariq sent about his family and shared it with the group. The friend apologized. Two weeks later, it happened again.</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LENA</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Ended a friendship that had become draining. Now she feels guilty every time she sees her former friend eating alone.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PRIVATE REFLECTION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Think of a friendship that changed. What's one specific word for how it feels now?</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Write it on a card for yourself. If you want, circle one: repair, reset, or release.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Recovery comes in waves.</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Fine for a week, then an old photo flattens you. That's how memory works. You aren't going backward.</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https://rmwtoolkit.github.io/bcds-toolkit/friendship-breakups-high-school.html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